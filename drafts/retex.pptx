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fr-FR" sz="4400" strike="noStrike" u="none">
                <a:solidFill>
                  <a:srgbClr val="000000"/>
                </a:solidFill>
                <a:effectLst/>
                <a:uFillTx/>
                <a:latin typeface="Arial"/>
              </a:rPr>
              <a:t>Cliquez pour déplacer la diapo</a:t>
            </a:r>
            <a:endParaRPr b="0" lang="fr-FR" sz="4400" strike="noStrike" u="none">
              <a:solidFill>
                <a:srgbClr val="000000"/>
              </a:solidFill>
              <a:effectLst/>
              <a:uFillTx/>
              <a:latin typeface="Arial"/>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fr-FR" sz="2000" strike="noStrike" u="none">
                <a:solidFill>
                  <a:srgbClr val="000000"/>
                </a:solidFill>
                <a:effectLst/>
                <a:uFillTx/>
                <a:latin typeface="Arial"/>
              </a:rPr>
              <a:t>Cliquez pour modifier le format des notes</a:t>
            </a:r>
            <a:endParaRPr b="0" lang="fr-FR" sz="2000" strike="noStrike" u="non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effectLst/>
                <a:uFillTx/>
                <a:latin typeface="Times New Roman"/>
              </a:rPr>
              <a:t>&lt;en-tête&gt;</a:t>
            </a:r>
            <a:endParaRPr b="0" lang="fr-FR" sz="1400" strike="noStrike" u="non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effectLst/>
                <a:uFillTx/>
                <a:latin typeface="Times New Roman"/>
              </a:defRPr>
            </a:lvl1pPr>
          </a:lstStyle>
          <a:p>
            <a:pPr indent="0" algn="r">
              <a:buNone/>
            </a:pPr>
            <a:r>
              <a:rPr b="0" lang="fr-FR" sz="1400" strike="noStrike" u="none">
                <a:solidFill>
                  <a:srgbClr val="000000"/>
                </a:solidFill>
                <a:effectLst/>
                <a:uFillTx/>
                <a:latin typeface="Times New Roman"/>
              </a:rPr>
              <a:t>&lt;date/heure&gt;</a:t>
            </a:r>
            <a:endParaRPr b="0" lang="fr-FR" sz="1400" strike="noStrike" u="non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effectLst/>
                <a:uFillTx/>
                <a:latin typeface="Times New Roman"/>
              </a:defRPr>
            </a:lvl1pPr>
          </a:lstStyle>
          <a:p>
            <a:pPr indent="0">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effectLst/>
                <a:uFillTx/>
                <a:latin typeface="Times New Roman"/>
              </a:defRPr>
            </a:lvl1pPr>
          </a:lstStyle>
          <a:p>
            <a:pPr indent="0" algn="r">
              <a:buNone/>
            </a:pPr>
            <a:fld id="{26BF6007-28BB-4053-936E-02C442003598}" type="slidenum">
              <a:rPr b="0" lang="fr-FR" sz="1400" strike="noStrike" u="none">
                <a:solidFill>
                  <a:srgbClr val="000000"/>
                </a:solidFill>
                <a:effectLst/>
                <a:uFillTx/>
                <a:latin typeface="Times New Roman"/>
              </a:rPr>
              <a:t>&lt;numéro&gt;</a:t>
            </a:fld>
            <a:endParaRPr b="0" lang="fr-F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685800" y="1143000"/>
            <a:ext cx="5480640" cy="3080520"/>
          </a:xfrm>
          <a:prstGeom prst="rect">
            <a:avLst/>
          </a:prstGeom>
          <a:ln w="0">
            <a:noFill/>
          </a:ln>
        </p:spPr>
      </p:sp>
      <p:sp>
        <p:nvSpPr>
          <p:cNvPr id="100" name="PlaceHolder 2"/>
          <p:cNvSpPr>
            <a:spLocks noGrp="1"/>
          </p:cNvSpPr>
          <p:nvPr>
            <p:ph type="body"/>
          </p:nvPr>
        </p:nvSpPr>
        <p:spPr>
          <a:xfrm>
            <a:off x="685800" y="4400640"/>
            <a:ext cx="5480640" cy="3594600"/>
          </a:xfrm>
          <a:prstGeom prst="rect">
            <a:avLst/>
          </a:prstGeom>
          <a:noFill/>
          <a:ln w="0">
            <a:noFill/>
          </a:ln>
        </p:spPr>
        <p:txBody>
          <a:bodyPr lIns="91440" rIns="91440" tIns="45720" bIns="45720" anchor="t">
            <a:noAutofit/>
          </a:bodyPr>
          <a:p>
            <a:pPr indent="0">
              <a:lnSpc>
                <a:spcPct val="100000"/>
              </a:lnSpc>
              <a:buNone/>
              <a:tabLst>
                <a:tab algn="l" pos="0"/>
              </a:tabLst>
            </a:pPr>
            <a:r>
              <a:rPr b="0" lang="fr-FR" sz="2000" strike="noStrike" u="none">
                <a:solidFill>
                  <a:srgbClr val="000000"/>
                </a:solidFill>
                <a:effectLst/>
                <a:uFillTx/>
                <a:latin typeface="Arial"/>
              </a:rPr>
              <a:t>Dans la réalité on ne peut pas prévoir l’imprévisible c’st vrai mais on peut quand même s’appuyer sur le passé récent ou lointain pour faire des pronostics dans des circonstances bien définies.</a:t>
            </a:r>
            <a:endParaRPr b="0" lang="fr-FR" sz="2000" strike="noStrike" u="none">
              <a:solidFill>
                <a:srgbClr val="000000"/>
              </a:solidFill>
              <a:effectLst/>
              <a:uFillTx/>
              <a:latin typeface="Arial"/>
            </a:endParaRPr>
          </a:p>
        </p:txBody>
      </p:sp>
      <p:sp>
        <p:nvSpPr>
          <p:cNvPr id="101" name="PlaceHolder 3"/>
          <p:cNvSpPr>
            <a:spLocks noGrp="1"/>
          </p:cNvSpPr>
          <p:nvPr>
            <p:ph type="sldNum" idx="37"/>
          </p:nvPr>
        </p:nvSpPr>
        <p:spPr>
          <a:xfrm>
            <a:off x="3884760" y="8685360"/>
            <a:ext cx="2966040" cy="4528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FR" sz="1200" strike="noStrike" u="none">
                <a:solidFill>
                  <a:srgbClr val="000000"/>
                </a:solidFill>
                <a:effectLst/>
                <a:uFillTx/>
                <a:latin typeface="Times New Roman"/>
              </a:defRPr>
            </a:lvl1pPr>
          </a:lstStyle>
          <a:p>
            <a:pPr indent="0" algn="r">
              <a:lnSpc>
                <a:spcPct val="100000"/>
              </a:lnSpc>
              <a:buNone/>
              <a:tabLst>
                <a:tab algn="l" pos="0"/>
              </a:tabLst>
            </a:pPr>
            <a:fld id="{1BF9C9F0-83EE-4BD2-B904-4FECBA9AEADF}" type="slidenum">
              <a:rPr b="0" lang="fr-FR" sz="1200" strike="noStrike" u="none">
                <a:solidFill>
                  <a:srgbClr val="000000"/>
                </a:solidFill>
                <a:effectLst/>
                <a:uFillTx/>
                <a:latin typeface="Times New Roman"/>
              </a:rPr>
              <a:t>&lt;numéro&gt;</a:t>
            </a:fld>
            <a:endParaRPr b="0" lang="fr-FR"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9880" y="457200"/>
            <a:ext cx="3926520" cy="15944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fr-FR" sz="3200" strike="noStrike" u="none">
                <a:solidFill>
                  <a:schemeClr val="dk1"/>
                </a:solidFill>
                <a:effectLst/>
                <a:uFillTx/>
                <a:latin typeface="Calibri Light"/>
              </a:rPr>
              <a:t>Modifiez le style du titre</a:t>
            </a:r>
            <a:endParaRPr b="0" lang="fr-FR" sz="3200" strike="noStrike" u="none">
              <a:solidFill>
                <a:srgbClr val="000000"/>
              </a:solidFill>
              <a:effectLst/>
              <a:uFillTx/>
              <a:latin typeface="Arial"/>
            </a:endParaRPr>
          </a:p>
        </p:txBody>
      </p:sp>
      <p:sp>
        <p:nvSpPr>
          <p:cNvPr id="1" name="PlaceHolder 2"/>
          <p:cNvSpPr>
            <a:spLocks noGrp="1"/>
          </p:cNvSpPr>
          <p:nvPr>
            <p:ph type="body"/>
          </p:nvPr>
        </p:nvSpPr>
        <p:spPr>
          <a:xfrm>
            <a:off x="5183280" y="987480"/>
            <a:ext cx="6166440" cy="48679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fr-FR" sz="3200" strike="noStrike" u="none">
                <a:solidFill>
                  <a:schemeClr val="dk1"/>
                </a:solidFill>
                <a:effectLst/>
                <a:uFillTx/>
                <a:latin typeface="Calibri"/>
              </a:rPr>
              <a:t>Cliquez pour éditer le format du plan de texte</a:t>
            </a:r>
            <a:endParaRPr b="0" lang="fr-FR" sz="32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fr-FR" sz="3200" strike="noStrike" u="none">
                <a:solidFill>
                  <a:schemeClr val="dk1"/>
                </a:solidFill>
                <a:effectLst/>
                <a:uFillTx/>
                <a:latin typeface="Calibri"/>
              </a:rPr>
              <a:t>Second niveau de plan</a:t>
            </a:r>
            <a:endParaRPr b="0" lang="fr-FR" sz="32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fr-FR" sz="3200" strike="noStrike" u="none">
                <a:solidFill>
                  <a:schemeClr val="dk1"/>
                </a:solidFill>
                <a:effectLst/>
                <a:uFillTx/>
                <a:latin typeface="Calibri"/>
              </a:rPr>
              <a:t>Troisième niveau de plan</a:t>
            </a:r>
            <a:endParaRPr b="0" lang="fr-FR" sz="32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fr-FR" sz="3200" strike="noStrike" u="none">
                <a:solidFill>
                  <a:schemeClr val="dk1"/>
                </a:solidFill>
                <a:effectLst/>
                <a:uFillTx/>
                <a:latin typeface="Calibri"/>
              </a:rPr>
              <a:t>Quatrième niveau de plan</a:t>
            </a:r>
            <a:endParaRPr b="0" lang="fr-FR" sz="32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fr-FR" sz="3200" strike="noStrike" u="none">
                <a:solidFill>
                  <a:schemeClr val="dk1"/>
                </a:solidFill>
                <a:effectLst/>
                <a:uFillTx/>
                <a:latin typeface="Calibri"/>
              </a:rPr>
              <a:t>Cinquième niveau de plan</a:t>
            </a:r>
            <a:endParaRPr b="0" lang="fr-FR" sz="32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fr-FR" sz="3200" strike="noStrike" u="none">
                <a:solidFill>
                  <a:schemeClr val="dk1"/>
                </a:solidFill>
                <a:effectLst/>
                <a:uFillTx/>
                <a:latin typeface="Calibri"/>
              </a:rPr>
              <a:t>Sixième niveau de plan</a:t>
            </a:r>
            <a:endParaRPr b="0" lang="fr-FR" sz="32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fr-FR" sz="3200" strike="noStrike" u="none">
                <a:solidFill>
                  <a:schemeClr val="dk1"/>
                </a:solidFill>
                <a:effectLst/>
                <a:uFillTx/>
                <a:latin typeface="Calibri"/>
              </a:rPr>
              <a:t>Septième niveau de plan</a:t>
            </a:r>
            <a:endParaRPr b="0" lang="fr-FR" sz="3200" strike="noStrike" u="none">
              <a:solidFill>
                <a:srgbClr val="000000"/>
              </a:solidFill>
              <a:effectLst/>
              <a:uFillTx/>
              <a:latin typeface="Arial"/>
            </a:endParaRPr>
          </a:p>
        </p:txBody>
      </p:sp>
      <p:sp>
        <p:nvSpPr>
          <p:cNvPr id="2" name="PlaceHolder 3"/>
          <p:cNvSpPr>
            <a:spLocks noGrp="1"/>
          </p:cNvSpPr>
          <p:nvPr>
            <p:ph type="body"/>
          </p:nvPr>
        </p:nvSpPr>
        <p:spPr>
          <a:xfrm>
            <a:off x="839880" y="2057400"/>
            <a:ext cx="3926520" cy="38059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fr-FR" sz="1600" strike="noStrike" u="none">
                <a:solidFill>
                  <a:schemeClr val="dk1"/>
                </a:solidFill>
                <a:effectLst/>
                <a:uFillTx/>
                <a:latin typeface="Calibri"/>
              </a:rPr>
              <a:t>Cliquez pour modifier les styles du texte du masque</a:t>
            </a:r>
            <a:endParaRPr b="0" lang="fr-FR" sz="1600" strike="noStrike" u="none">
              <a:solidFill>
                <a:srgbClr val="000000"/>
              </a:solidFill>
              <a:effectLst/>
              <a:uFillTx/>
              <a:latin typeface="Arial"/>
            </a:endParaRPr>
          </a:p>
        </p:txBody>
      </p:sp>
      <p:sp>
        <p:nvSpPr>
          <p:cNvPr id="3" name="PlaceHolder 4"/>
          <p:cNvSpPr>
            <a:spLocks noGrp="1"/>
          </p:cNvSpPr>
          <p:nvPr>
            <p:ph type="dt" idx="1"/>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4" name="PlaceHolder 5"/>
          <p:cNvSpPr>
            <a:spLocks noGrp="1"/>
          </p:cNvSpPr>
          <p:nvPr>
            <p:ph type="ftr" idx="2"/>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5" name="PlaceHolder 6"/>
          <p:cNvSpPr>
            <a:spLocks noGrp="1"/>
          </p:cNvSpPr>
          <p:nvPr>
            <p:ph type="sldNum" idx="3"/>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C23A1F0-DEB1-4D4F-AB73-EE7AD2FC9E4A}"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523880" y="1122480"/>
            <a:ext cx="9138240" cy="23817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b="0" lang="fr-FR" sz="6000" strike="noStrike" u="none">
                <a:solidFill>
                  <a:schemeClr val="dk1"/>
                </a:solidFill>
                <a:effectLst/>
                <a:uFillTx/>
                <a:latin typeface="Calibri Light"/>
              </a:rPr>
              <a:t>Modifiez le style du titre</a:t>
            </a:r>
            <a:endParaRPr b="0" lang="fr-FR" sz="6000" strike="noStrike" u="none">
              <a:solidFill>
                <a:srgbClr val="000000"/>
              </a:solidFill>
              <a:effectLst/>
              <a:uFillTx/>
              <a:latin typeface="Arial"/>
            </a:endParaRPr>
          </a:p>
        </p:txBody>
      </p:sp>
      <p:sp>
        <p:nvSpPr>
          <p:cNvPr id="7" name="PlaceHolder 2"/>
          <p:cNvSpPr>
            <a:spLocks noGrp="1"/>
          </p:cNvSpPr>
          <p:nvPr>
            <p:ph type="dt" idx="4"/>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8" name="PlaceHolder 3"/>
          <p:cNvSpPr>
            <a:spLocks noGrp="1"/>
          </p:cNvSpPr>
          <p:nvPr>
            <p:ph type="ftr" idx="5"/>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9" name="PlaceHolder 4"/>
          <p:cNvSpPr>
            <a:spLocks noGrp="1"/>
          </p:cNvSpPr>
          <p:nvPr>
            <p:ph type="sldNum" idx="6"/>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DB314B9F-A382-4791-A616-BC265168B56A}"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
        <p:nvSpPr>
          <p:cNvPr id="10" name="PlaceHolder 5"/>
          <p:cNvSpPr>
            <a:spLocks noGrp="1"/>
          </p:cNvSpPr>
          <p:nvPr>
            <p:ph type="body"/>
          </p:nvPr>
        </p:nvSpPr>
        <p:spPr>
          <a:xfrm>
            <a:off x="609480" y="1604520"/>
            <a:ext cx="10967040" cy="39718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fr-FR" sz="2800" strike="noStrike" u="none">
                <a:solidFill>
                  <a:schemeClr val="dk1"/>
                </a:solidFill>
                <a:effectLst/>
                <a:uFillTx/>
                <a:latin typeface="Calibri"/>
              </a:rPr>
              <a:t>Cliquez pour éditer le format du plan de texte</a:t>
            </a:r>
            <a:endParaRPr b="0" lang="fr-FR"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fr-FR" sz="2000" strike="noStrike" u="none">
                <a:solidFill>
                  <a:schemeClr val="dk1"/>
                </a:solidFill>
                <a:effectLst/>
                <a:uFillTx/>
                <a:latin typeface="Calibri"/>
              </a:rPr>
              <a:t>Second niveau de plan</a:t>
            </a:r>
            <a:endParaRPr b="0" lang="fr-FR"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fr-FR" sz="1800" strike="noStrike" u="none">
                <a:solidFill>
                  <a:schemeClr val="dk1"/>
                </a:solidFill>
                <a:effectLst/>
                <a:uFillTx/>
                <a:latin typeface="Calibri"/>
              </a:rPr>
              <a:t>Troisième niveau de plan</a:t>
            </a:r>
            <a:endParaRPr b="0" lang="fr-FR"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fr-FR" sz="1800" strike="noStrike" u="none">
                <a:solidFill>
                  <a:schemeClr val="dk1"/>
                </a:solidFill>
                <a:effectLst/>
                <a:uFillTx/>
                <a:latin typeface="Calibri"/>
              </a:rPr>
              <a:t>Quatrième niveau de plan</a:t>
            </a:r>
            <a:endParaRPr b="0" lang="fr-FR"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fr-FR" sz="2000" strike="noStrike" u="none">
                <a:solidFill>
                  <a:schemeClr val="dk1"/>
                </a:solidFill>
                <a:effectLst/>
                <a:uFillTx/>
                <a:latin typeface="Calibri"/>
              </a:rPr>
              <a:t>Cinquième niveau de plan</a:t>
            </a:r>
            <a:endParaRPr b="0" lang="fr-FR"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fr-FR" sz="2000" strike="noStrike" u="none">
                <a:solidFill>
                  <a:schemeClr val="dk1"/>
                </a:solidFill>
                <a:effectLst/>
                <a:uFillTx/>
                <a:latin typeface="Calibri"/>
              </a:rPr>
              <a:t>Sixième niveau de plan</a:t>
            </a:r>
            <a:endParaRPr b="0" lang="fr-FR"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fr-FR" sz="2000" strike="noStrike" u="none">
                <a:solidFill>
                  <a:schemeClr val="dk1"/>
                </a:solidFill>
                <a:effectLst/>
                <a:uFillTx/>
                <a:latin typeface="Calibri"/>
              </a:rPr>
              <a:t>Septième niveau de plan</a:t>
            </a:r>
            <a:endParaRPr b="0" lang="fr-FR"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09840" cy="13197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fr-FR" sz="4400" strike="noStrike" u="none">
                <a:solidFill>
                  <a:schemeClr val="dk1"/>
                </a:solidFill>
                <a:effectLst/>
                <a:uFillTx/>
                <a:latin typeface="Calibri Light"/>
              </a:rPr>
              <a:t>Modifiez le style du titre</a:t>
            </a:r>
            <a:endParaRPr b="0" lang="fr-FR" sz="4400" strike="noStrike" u="none">
              <a:solidFill>
                <a:srgbClr val="000000"/>
              </a:solidFill>
              <a:effectLst/>
              <a:uFillTx/>
              <a:latin typeface="Arial"/>
            </a:endParaRPr>
          </a:p>
        </p:txBody>
      </p:sp>
      <p:sp>
        <p:nvSpPr>
          <p:cNvPr id="12" name="PlaceHolder 2"/>
          <p:cNvSpPr>
            <a:spLocks noGrp="1"/>
          </p:cNvSpPr>
          <p:nvPr>
            <p:ph type="body"/>
          </p:nvPr>
        </p:nvSpPr>
        <p:spPr>
          <a:xfrm>
            <a:off x="838080" y="1825560"/>
            <a:ext cx="10509840" cy="43455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fr-FR" sz="2800" strike="noStrike" u="none">
                <a:solidFill>
                  <a:schemeClr val="dk1"/>
                </a:solidFill>
                <a:effectLst/>
                <a:uFillTx/>
                <a:latin typeface="Calibri"/>
              </a:rPr>
              <a:t>Cliquez pour modifier les styles du texte du masque</a:t>
            </a:r>
            <a:endParaRPr b="0" lang="fr-FR"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Deuxième niveau</a:t>
            </a:r>
            <a:endParaRPr b="0" lang="fr-FR"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Troisième niveau</a:t>
            </a:r>
            <a:endParaRPr b="0" lang="fr-FR"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Quatrième niveau</a:t>
            </a:r>
            <a:endParaRPr b="0" lang="fr-FR"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Cinquième niveau</a:t>
            </a:r>
            <a:endParaRPr b="0" lang="fr-FR" sz="1800" strike="noStrike" u="none">
              <a:solidFill>
                <a:srgbClr val="000000"/>
              </a:solidFill>
              <a:effectLst/>
              <a:uFillTx/>
              <a:latin typeface="Arial"/>
            </a:endParaRPr>
          </a:p>
        </p:txBody>
      </p:sp>
      <p:sp>
        <p:nvSpPr>
          <p:cNvPr id="13" name="PlaceHolder 3"/>
          <p:cNvSpPr>
            <a:spLocks noGrp="1"/>
          </p:cNvSpPr>
          <p:nvPr>
            <p:ph type="dt" idx="7"/>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14" name="PlaceHolder 4"/>
          <p:cNvSpPr>
            <a:spLocks noGrp="1"/>
          </p:cNvSpPr>
          <p:nvPr>
            <p:ph type="ftr" idx="8"/>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15" name="PlaceHolder 5"/>
          <p:cNvSpPr>
            <a:spLocks noGrp="1"/>
          </p:cNvSpPr>
          <p:nvPr>
            <p:ph type="sldNum" idx="9"/>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ABD11C33-3EB8-4F04-917B-0297EF17DF36}"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724960" y="365040"/>
            <a:ext cx="2623320" cy="580608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b="0" lang="fr-FR" sz="4400" strike="noStrike" u="none">
                <a:solidFill>
                  <a:schemeClr val="dk1"/>
                </a:solidFill>
                <a:effectLst/>
                <a:uFillTx/>
                <a:latin typeface="Calibri Light"/>
              </a:rPr>
              <a:t>Modifiez le style du titre</a:t>
            </a:r>
            <a:endParaRPr b="0" lang="fr-FR" sz="4400" strike="noStrike" u="none">
              <a:solidFill>
                <a:srgbClr val="000000"/>
              </a:solidFill>
              <a:effectLst/>
              <a:uFillTx/>
              <a:latin typeface="Arial"/>
            </a:endParaRPr>
          </a:p>
        </p:txBody>
      </p:sp>
      <p:sp>
        <p:nvSpPr>
          <p:cNvPr id="17" name="PlaceHolder 2"/>
          <p:cNvSpPr>
            <a:spLocks noGrp="1"/>
          </p:cNvSpPr>
          <p:nvPr>
            <p:ph type="body"/>
          </p:nvPr>
        </p:nvSpPr>
        <p:spPr>
          <a:xfrm>
            <a:off x="838080" y="365040"/>
            <a:ext cx="7728480" cy="58060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fr-FR" sz="2800" strike="noStrike" u="none">
                <a:solidFill>
                  <a:schemeClr val="dk1"/>
                </a:solidFill>
                <a:effectLst/>
                <a:uFillTx/>
                <a:latin typeface="Calibri"/>
              </a:rPr>
              <a:t>Cliquez pour modifier les styles du texte du masque</a:t>
            </a:r>
            <a:endParaRPr b="0" lang="fr-FR"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Deuxième niveau</a:t>
            </a:r>
            <a:endParaRPr b="0" lang="fr-FR"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Troisième niveau</a:t>
            </a:r>
            <a:endParaRPr b="0" lang="fr-FR"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Quatrième niveau</a:t>
            </a:r>
            <a:endParaRPr b="0" lang="fr-FR"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Cinquième niveau</a:t>
            </a:r>
            <a:endParaRPr b="0" lang="fr-FR" sz="1800" strike="noStrike" u="none">
              <a:solidFill>
                <a:srgbClr val="000000"/>
              </a:solidFill>
              <a:effectLst/>
              <a:uFillTx/>
              <a:latin typeface="Arial"/>
            </a:endParaRPr>
          </a:p>
        </p:txBody>
      </p:sp>
      <p:sp>
        <p:nvSpPr>
          <p:cNvPr id="18" name="PlaceHolder 3"/>
          <p:cNvSpPr>
            <a:spLocks noGrp="1"/>
          </p:cNvSpPr>
          <p:nvPr>
            <p:ph type="dt" idx="10"/>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19" name="PlaceHolder 4"/>
          <p:cNvSpPr>
            <a:spLocks noGrp="1"/>
          </p:cNvSpPr>
          <p:nvPr>
            <p:ph type="ftr" idx="11"/>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20" name="PlaceHolder 5"/>
          <p:cNvSpPr>
            <a:spLocks noGrp="1"/>
          </p:cNvSpPr>
          <p:nvPr>
            <p:ph type="sldNum" idx="12"/>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DAF7670C-C01B-4B69-8B8C-F89A3DC6CB22}"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09840" cy="13197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fr-FR" sz="4400" strike="noStrike" u="none">
                <a:solidFill>
                  <a:schemeClr val="dk1"/>
                </a:solidFill>
                <a:effectLst/>
                <a:uFillTx/>
                <a:latin typeface="Calibri Light"/>
              </a:rPr>
              <a:t>Modifiez le style du titre</a:t>
            </a:r>
            <a:endParaRPr b="0" lang="fr-FR" sz="4400" strike="noStrike" u="none">
              <a:solidFill>
                <a:srgbClr val="000000"/>
              </a:solidFill>
              <a:effectLst/>
              <a:uFillTx/>
              <a:latin typeface="Arial"/>
            </a:endParaRPr>
          </a:p>
        </p:txBody>
      </p:sp>
      <p:sp>
        <p:nvSpPr>
          <p:cNvPr id="22" name="PlaceHolder 2"/>
          <p:cNvSpPr>
            <a:spLocks noGrp="1"/>
          </p:cNvSpPr>
          <p:nvPr>
            <p:ph type="body"/>
          </p:nvPr>
        </p:nvSpPr>
        <p:spPr>
          <a:xfrm>
            <a:off x="838080" y="1825560"/>
            <a:ext cx="10509840" cy="43455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trike="noStrike" u="none">
                <a:solidFill>
                  <a:schemeClr val="dk1"/>
                </a:solidFill>
                <a:effectLst/>
                <a:uFillTx/>
                <a:latin typeface="Calibri"/>
              </a:rPr>
              <a:t>Cliquez pour modifier les styles du texte du masque</a:t>
            </a:r>
            <a:endParaRPr b="0" lang="fr-FR"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Deuxième niveau</a:t>
            </a:r>
            <a:endParaRPr b="0" lang="fr-FR"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Troisième niveau</a:t>
            </a:r>
            <a:endParaRPr b="0" lang="fr-FR"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Quatrième niveau</a:t>
            </a:r>
            <a:endParaRPr b="0" lang="fr-FR"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Cinquième niveau</a:t>
            </a:r>
            <a:endParaRPr b="0" lang="fr-FR" sz="1800" strike="noStrike" u="none">
              <a:solidFill>
                <a:srgbClr val="000000"/>
              </a:solidFill>
              <a:effectLst/>
              <a:uFillTx/>
              <a:latin typeface="Arial"/>
            </a:endParaRPr>
          </a:p>
        </p:txBody>
      </p:sp>
      <p:sp>
        <p:nvSpPr>
          <p:cNvPr id="23" name="PlaceHolder 3"/>
          <p:cNvSpPr>
            <a:spLocks noGrp="1"/>
          </p:cNvSpPr>
          <p:nvPr>
            <p:ph type="dt" idx="13"/>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24" name="PlaceHolder 4"/>
          <p:cNvSpPr>
            <a:spLocks noGrp="1"/>
          </p:cNvSpPr>
          <p:nvPr>
            <p:ph type="ftr" idx="14"/>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25" name="PlaceHolder 5"/>
          <p:cNvSpPr>
            <a:spLocks noGrp="1"/>
          </p:cNvSpPr>
          <p:nvPr>
            <p:ph type="sldNum" idx="15"/>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FA75DB83-6102-427E-A349-73791F28AAF4}"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1960" y="1709640"/>
            <a:ext cx="10509840" cy="284688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fr-FR" sz="6000" strike="noStrike" u="none">
                <a:solidFill>
                  <a:schemeClr val="dk1"/>
                </a:solidFill>
                <a:effectLst/>
                <a:uFillTx/>
                <a:latin typeface="Calibri Light"/>
              </a:rPr>
              <a:t>Modifiez le style du titre</a:t>
            </a:r>
            <a:endParaRPr b="0" lang="fr-FR" sz="6000" strike="noStrike" u="none">
              <a:solidFill>
                <a:srgbClr val="000000"/>
              </a:solidFill>
              <a:effectLst/>
              <a:uFillTx/>
              <a:latin typeface="Arial"/>
            </a:endParaRPr>
          </a:p>
        </p:txBody>
      </p:sp>
      <p:sp>
        <p:nvSpPr>
          <p:cNvPr id="27" name="PlaceHolder 2"/>
          <p:cNvSpPr>
            <a:spLocks noGrp="1"/>
          </p:cNvSpPr>
          <p:nvPr>
            <p:ph type="body"/>
          </p:nvPr>
        </p:nvSpPr>
        <p:spPr>
          <a:xfrm>
            <a:off x="831960" y="4589640"/>
            <a:ext cx="10509840" cy="14943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fr-FR" sz="2400" strike="noStrike" u="none">
                <a:solidFill>
                  <a:schemeClr val="dk1">
                    <a:tint val="75000"/>
                  </a:schemeClr>
                </a:solidFill>
                <a:effectLst/>
                <a:uFillTx/>
                <a:latin typeface="Calibri"/>
              </a:rPr>
              <a:t>Cliquez pour modifier les styles du texte du masque</a:t>
            </a:r>
            <a:endParaRPr b="0" lang="fr-FR" sz="2400" strike="noStrike" u="none">
              <a:solidFill>
                <a:srgbClr val="000000"/>
              </a:solidFill>
              <a:effectLst/>
              <a:uFillTx/>
              <a:latin typeface="Arial"/>
            </a:endParaRPr>
          </a:p>
        </p:txBody>
      </p:sp>
      <p:sp>
        <p:nvSpPr>
          <p:cNvPr id="28" name="PlaceHolder 3"/>
          <p:cNvSpPr>
            <a:spLocks noGrp="1"/>
          </p:cNvSpPr>
          <p:nvPr>
            <p:ph type="dt" idx="16"/>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29" name="PlaceHolder 4"/>
          <p:cNvSpPr>
            <a:spLocks noGrp="1"/>
          </p:cNvSpPr>
          <p:nvPr>
            <p:ph type="ftr" idx="17"/>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30" name="PlaceHolder 5"/>
          <p:cNvSpPr>
            <a:spLocks noGrp="1"/>
          </p:cNvSpPr>
          <p:nvPr>
            <p:ph type="sldNum" idx="18"/>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5D15A812-D136-43AA-9323-1222C3806246}"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09840" cy="13197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fr-FR" sz="4400" strike="noStrike" u="none">
                <a:solidFill>
                  <a:schemeClr val="dk1"/>
                </a:solidFill>
                <a:effectLst/>
                <a:uFillTx/>
                <a:latin typeface="Calibri Light"/>
              </a:rPr>
              <a:t>Modifiez le style du titre</a:t>
            </a:r>
            <a:endParaRPr b="0" lang="fr-FR" sz="4400" strike="noStrike" u="none">
              <a:solidFill>
                <a:srgbClr val="000000"/>
              </a:solidFill>
              <a:effectLst/>
              <a:uFillTx/>
              <a:latin typeface="Arial"/>
            </a:endParaRPr>
          </a:p>
        </p:txBody>
      </p:sp>
      <p:sp>
        <p:nvSpPr>
          <p:cNvPr id="32" name="PlaceHolder 2"/>
          <p:cNvSpPr>
            <a:spLocks noGrp="1"/>
          </p:cNvSpPr>
          <p:nvPr>
            <p:ph type="body"/>
          </p:nvPr>
        </p:nvSpPr>
        <p:spPr>
          <a:xfrm>
            <a:off x="838080" y="1825560"/>
            <a:ext cx="5175720" cy="43455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trike="noStrike" u="none">
                <a:solidFill>
                  <a:schemeClr val="dk1"/>
                </a:solidFill>
                <a:effectLst/>
                <a:uFillTx/>
                <a:latin typeface="Calibri"/>
              </a:rPr>
              <a:t>Cliquez pour modifier les styles du texte du masque</a:t>
            </a:r>
            <a:endParaRPr b="0" lang="fr-FR"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Deuxième niveau</a:t>
            </a:r>
            <a:endParaRPr b="0" lang="fr-FR"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Troisième niveau</a:t>
            </a:r>
            <a:endParaRPr b="0" lang="fr-FR"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Quatrième niveau</a:t>
            </a:r>
            <a:endParaRPr b="0" lang="fr-FR"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Cinquième niveau</a:t>
            </a:r>
            <a:endParaRPr b="0" lang="fr-FR" sz="1800" strike="noStrike" u="none">
              <a:solidFill>
                <a:srgbClr val="000000"/>
              </a:solidFill>
              <a:effectLst/>
              <a:uFillTx/>
              <a:latin typeface="Arial"/>
            </a:endParaRPr>
          </a:p>
        </p:txBody>
      </p:sp>
      <p:sp>
        <p:nvSpPr>
          <p:cNvPr id="33" name="PlaceHolder 3"/>
          <p:cNvSpPr>
            <a:spLocks noGrp="1"/>
          </p:cNvSpPr>
          <p:nvPr>
            <p:ph type="body"/>
          </p:nvPr>
        </p:nvSpPr>
        <p:spPr>
          <a:xfrm>
            <a:off x="6172200" y="1825560"/>
            <a:ext cx="5175720" cy="43455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trike="noStrike" u="none">
                <a:solidFill>
                  <a:schemeClr val="dk1"/>
                </a:solidFill>
                <a:effectLst/>
                <a:uFillTx/>
                <a:latin typeface="Calibri"/>
              </a:rPr>
              <a:t>Cliquez pour modifier les styles du texte du masque</a:t>
            </a:r>
            <a:endParaRPr b="0" lang="fr-FR"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Deuxième niveau</a:t>
            </a:r>
            <a:endParaRPr b="0" lang="fr-FR"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Troisième niveau</a:t>
            </a:r>
            <a:endParaRPr b="0" lang="fr-FR"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Quatrième niveau</a:t>
            </a:r>
            <a:endParaRPr b="0" lang="fr-FR"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Cinquième niveau</a:t>
            </a:r>
            <a:endParaRPr b="0" lang="fr-FR" sz="1800" strike="noStrike" u="none">
              <a:solidFill>
                <a:srgbClr val="000000"/>
              </a:solidFill>
              <a:effectLst/>
              <a:uFillTx/>
              <a:latin typeface="Arial"/>
            </a:endParaRPr>
          </a:p>
        </p:txBody>
      </p:sp>
      <p:sp>
        <p:nvSpPr>
          <p:cNvPr id="34" name="PlaceHolder 4"/>
          <p:cNvSpPr>
            <a:spLocks noGrp="1"/>
          </p:cNvSpPr>
          <p:nvPr>
            <p:ph type="dt" idx="19"/>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35" name="PlaceHolder 5"/>
          <p:cNvSpPr>
            <a:spLocks noGrp="1"/>
          </p:cNvSpPr>
          <p:nvPr>
            <p:ph type="ftr" idx="20"/>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36" name="PlaceHolder 6"/>
          <p:cNvSpPr>
            <a:spLocks noGrp="1"/>
          </p:cNvSpPr>
          <p:nvPr>
            <p:ph type="sldNum" idx="21"/>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548347F5-67C9-4F1C-8B34-2C00B0FCC4C9}"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9880" y="365040"/>
            <a:ext cx="10509840" cy="13197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fr-FR" sz="4400" strike="noStrike" u="none">
                <a:solidFill>
                  <a:schemeClr val="dk1"/>
                </a:solidFill>
                <a:effectLst/>
                <a:uFillTx/>
                <a:latin typeface="Calibri Light"/>
              </a:rPr>
              <a:t>Modifiez le style du titre</a:t>
            </a:r>
            <a:endParaRPr b="0" lang="fr-FR" sz="4400" strike="noStrike" u="none">
              <a:solidFill>
                <a:srgbClr val="000000"/>
              </a:solidFill>
              <a:effectLst/>
              <a:uFillTx/>
              <a:latin typeface="Arial"/>
            </a:endParaRPr>
          </a:p>
        </p:txBody>
      </p:sp>
      <p:sp>
        <p:nvSpPr>
          <p:cNvPr id="38" name="PlaceHolder 2"/>
          <p:cNvSpPr>
            <a:spLocks noGrp="1"/>
          </p:cNvSpPr>
          <p:nvPr>
            <p:ph type="body"/>
          </p:nvPr>
        </p:nvSpPr>
        <p:spPr>
          <a:xfrm>
            <a:off x="839880" y="1681200"/>
            <a:ext cx="5151960" cy="8182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fr-FR" sz="2400" strike="noStrike" u="none">
                <a:solidFill>
                  <a:schemeClr val="dk1"/>
                </a:solidFill>
                <a:effectLst/>
                <a:uFillTx/>
                <a:latin typeface="Calibri"/>
              </a:rPr>
              <a:t>Cliquez pour modifier les styles du texte du masque</a:t>
            </a:r>
            <a:endParaRPr b="0" lang="fr-FR" sz="2400" strike="noStrike" u="none">
              <a:solidFill>
                <a:srgbClr val="000000"/>
              </a:solidFill>
              <a:effectLst/>
              <a:uFillTx/>
              <a:latin typeface="Arial"/>
            </a:endParaRPr>
          </a:p>
        </p:txBody>
      </p:sp>
      <p:sp>
        <p:nvSpPr>
          <p:cNvPr id="39" name="PlaceHolder 3"/>
          <p:cNvSpPr>
            <a:spLocks noGrp="1"/>
          </p:cNvSpPr>
          <p:nvPr>
            <p:ph type="body"/>
          </p:nvPr>
        </p:nvSpPr>
        <p:spPr>
          <a:xfrm>
            <a:off x="839880" y="2505240"/>
            <a:ext cx="5151960" cy="36788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trike="noStrike" u="none">
                <a:solidFill>
                  <a:schemeClr val="dk1"/>
                </a:solidFill>
                <a:effectLst/>
                <a:uFillTx/>
                <a:latin typeface="Calibri"/>
              </a:rPr>
              <a:t>Cliquez pour modifier les styles du texte du masque</a:t>
            </a:r>
            <a:endParaRPr b="0" lang="fr-FR"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Deuxième niveau</a:t>
            </a:r>
            <a:endParaRPr b="0" lang="fr-FR"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Troisième niveau</a:t>
            </a:r>
            <a:endParaRPr b="0" lang="fr-FR"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Quatrième niveau</a:t>
            </a:r>
            <a:endParaRPr b="0" lang="fr-FR"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Cinquième niveau</a:t>
            </a:r>
            <a:endParaRPr b="0" lang="fr-FR" sz="1800" strike="noStrike" u="none">
              <a:solidFill>
                <a:srgbClr val="000000"/>
              </a:solidFill>
              <a:effectLst/>
              <a:uFillTx/>
              <a:latin typeface="Arial"/>
            </a:endParaRPr>
          </a:p>
        </p:txBody>
      </p:sp>
      <p:sp>
        <p:nvSpPr>
          <p:cNvPr id="40" name="PlaceHolder 4"/>
          <p:cNvSpPr>
            <a:spLocks noGrp="1"/>
          </p:cNvSpPr>
          <p:nvPr>
            <p:ph type="body"/>
          </p:nvPr>
        </p:nvSpPr>
        <p:spPr>
          <a:xfrm>
            <a:off x="6172200" y="1681200"/>
            <a:ext cx="5177520" cy="8182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fr-FR" sz="2400" strike="noStrike" u="none">
                <a:solidFill>
                  <a:schemeClr val="dk1"/>
                </a:solidFill>
                <a:effectLst/>
                <a:uFillTx/>
                <a:latin typeface="Calibri"/>
              </a:rPr>
              <a:t>Cliquez pour modifier les styles du texte du masque</a:t>
            </a:r>
            <a:endParaRPr b="0" lang="fr-FR" sz="2400" strike="noStrike" u="none">
              <a:solidFill>
                <a:srgbClr val="000000"/>
              </a:solidFill>
              <a:effectLst/>
              <a:uFillTx/>
              <a:latin typeface="Arial"/>
            </a:endParaRPr>
          </a:p>
        </p:txBody>
      </p:sp>
      <p:sp>
        <p:nvSpPr>
          <p:cNvPr id="41" name="PlaceHolder 5"/>
          <p:cNvSpPr>
            <a:spLocks noGrp="1"/>
          </p:cNvSpPr>
          <p:nvPr>
            <p:ph type="body"/>
          </p:nvPr>
        </p:nvSpPr>
        <p:spPr>
          <a:xfrm>
            <a:off x="6172200" y="2505240"/>
            <a:ext cx="5177520" cy="36788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2800" strike="noStrike" u="none">
                <a:solidFill>
                  <a:schemeClr val="dk1"/>
                </a:solidFill>
                <a:effectLst/>
                <a:uFillTx/>
                <a:latin typeface="Calibri"/>
              </a:rPr>
              <a:t>Cliquez pour modifier les styles du texte du masque</a:t>
            </a:r>
            <a:endParaRPr b="0" lang="fr-FR"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Deuxième niveau</a:t>
            </a:r>
            <a:endParaRPr b="0" lang="fr-FR"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Troisième niveau</a:t>
            </a:r>
            <a:endParaRPr b="0" lang="fr-FR"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Quatrième niveau</a:t>
            </a:r>
            <a:endParaRPr b="0" lang="fr-FR"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1800" strike="noStrike" u="none">
                <a:solidFill>
                  <a:schemeClr val="dk1"/>
                </a:solidFill>
                <a:effectLst/>
                <a:uFillTx/>
                <a:latin typeface="Calibri"/>
              </a:rPr>
              <a:t>Cinquième niveau</a:t>
            </a:r>
            <a:endParaRPr b="0" lang="fr-FR" sz="1800" strike="noStrike" u="none">
              <a:solidFill>
                <a:srgbClr val="000000"/>
              </a:solidFill>
              <a:effectLst/>
              <a:uFillTx/>
              <a:latin typeface="Arial"/>
            </a:endParaRPr>
          </a:p>
        </p:txBody>
      </p:sp>
      <p:sp>
        <p:nvSpPr>
          <p:cNvPr id="42" name="PlaceHolder 6"/>
          <p:cNvSpPr>
            <a:spLocks noGrp="1"/>
          </p:cNvSpPr>
          <p:nvPr>
            <p:ph type="dt" idx="22"/>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43" name="PlaceHolder 7"/>
          <p:cNvSpPr>
            <a:spLocks noGrp="1"/>
          </p:cNvSpPr>
          <p:nvPr>
            <p:ph type="ftr" idx="23"/>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44" name="PlaceHolder 8"/>
          <p:cNvSpPr>
            <a:spLocks noGrp="1"/>
          </p:cNvSpPr>
          <p:nvPr>
            <p:ph type="sldNum" idx="24"/>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1377538-EE2C-4F2C-8809-C13C3D1A0F8B}"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09840" cy="13197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fr-FR" sz="4400" strike="noStrike" u="none">
                <a:solidFill>
                  <a:schemeClr val="dk1"/>
                </a:solidFill>
                <a:effectLst/>
                <a:uFillTx/>
                <a:latin typeface="Calibri Light"/>
              </a:rPr>
              <a:t>Modifiez le style du titre</a:t>
            </a:r>
            <a:endParaRPr b="0" lang="fr-FR" sz="4400" strike="noStrike" u="none">
              <a:solidFill>
                <a:srgbClr val="000000"/>
              </a:solidFill>
              <a:effectLst/>
              <a:uFillTx/>
              <a:latin typeface="Arial"/>
            </a:endParaRPr>
          </a:p>
        </p:txBody>
      </p:sp>
      <p:sp>
        <p:nvSpPr>
          <p:cNvPr id="46" name="PlaceHolder 2"/>
          <p:cNvSpPr>
            <a:spLocks noGrp="1"/>
          </p:cNvSpPr>
          <p:nvPr>
            <p:ph type="dt" idx="25"/>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47" name="PlaceHolder 3"/>
          <p:cNvSpPr>
            <a:spLocks noGrp="1"/>
          </p:cNvSpPr>
          <p:nvPr>
            <p:ph type="ftr" idx="26"/>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48" name="PlaceHolder 4"/>
          <p:cNvSpPr>
            <a:spLocks noGrp="1"/>
          </p:cNvSpPr>
          <p:nvPr>
            <p:ph type="sldNum" idx="27"/>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276BC663-1495-4B46-B546-F7889CFE39D7}"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dt" idx="28"/>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50" name="PlaceHolder 2"/>
          <p:cNvSpPr>
            <a:spLocks noGrp="1"/>
          </p:cNvSpPr>
          <p:nvPr>
            <p:ph type="ftr" idx="29"/>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51" name="PlaceHolder 3"/>
          <p:cNvSpPr>
            <a:spLocks noGrp="1"/>
          </p:cNvSpPr>
          <p:nvPr>
            <p:ph type="sldNum" idx="30"/>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D7027F63-85FB-4F0F-9692-FC71CFDE71CE}"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
        <p:nvSpPr>
          <p:cNvPr id="52" name="PlaceHolder 4"/>
          <p:cNvSpPr>
            <a:spLocks noGrp="1"/>
          </p:cNvSpPr>
          <p:nvPr>
            <p:ph type="title"/>
          </p:nvPr>
        </p:nvSpPr>
        <p:spPr>
          <a:xfrm>
            <a:off x="609480" y="273600"/>
            <a:ext cx="10967040" cy="1139400"/>
          </a:xfrm>
          <a:prstGeom prst="rect">
            <a:avLst/>
          </a:prstGeom>
          <a:noFill/>
          <a:ln w="0">
            <a:noFill/>
          </a:ln>
        </p:spPr>
        <p:txBody>
          <a:bodyPr lIns="0" rIns="0" tIns="0" bIns="0" anchor="ctr">
            <a:noAutofit/>
          </a:bodyPr>
          <a:p>
            <a:pPr indent="0">
              <a:lnSpc>
                <a:spcPct val="100000"/>
              </a:lnSpc>
              <a:buNone/>
              <a:tabLst>
                <a:tab algn="l" pos="0"/>
              </a:tabLst>
            </a:pPr>
            <a:r>
              <a:rPr b="0" lang="fr-FR" sz="1800" strike="noStrike" u="none">
                <a:solidFill>
                  <a:schemeClr val="dk1"/>
                </a:solidFill>
                <a:effectLst/>
                <a:uFillTx/>
                <a:latin typeface="Calibri"/>
              </a:rPr>
              <a:t>Cliquez pour éditer le format du texte-titre</a:t>
            </a:r>
            <a:endParaRPr b="0" lang="fr-FR" sz="1800" strike="noStrike" u="none">
              <a:solidFill>
                <a:srgbClr val="000000"/>
              </a:solidFill>
              <a:effectLst/>
              <a:uFillTx/>
              <a:latin typeface="Arial"/>
            </a:endParaRPr>
          </a:p>
        </p:txBody>
      </p:sp>
      <p:sp>
        <p:nvSpPr>
          <p:cNvPr id="53" name="PlaceHolder 5"/>
          <p:cNvSpPr>
            <a:spLocks noGrp="1"/>
          </p:cNvSpPr>
          <p:nvPr>
            <p:ph type="body"/>
          </p:nvPr>
        </p:nvSpPr>
        <p:spPr>
          <a:xfrm>
            <a:off x="609480" y="1604520"/>
            <a:ext cx="10967040" cy="39718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fr-FR" sz="2800" strike="noStrike" u="none">
                <a:solidFill>
                  <a:schemeClr val="dk1"/>
                </a:solidFill>
                <a:effectLst/>
                <a:uFillTx/>
                <a:latin typeface="Calibri"/>
              </a:rPr>
              <a:t>Cliquez pour éditer le format du plan de texte</a:t>
            </a:r>
            <a:endParaRPr b="0" lang="fr-FR"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fr-FR" sz="2000" strike="noStrike" u="none">
                <a:solidFill>
                  <a:schemeClr val="dk1"/>
                </a:solidFill>
                <a:effectLst/>
                <a:uFillTx/>
                <a:latin typeface="Calibri"/>
              </a:rPr>
              <a:t>Second niveau de plan</a:t>
            </a:r>
            <a:endParaRPr b="0" lang="fr-FR"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fr-FR" sz="1800" strike="noStrike" u="none">
                <a:solidFill>
                  <a:schemeClr val="dk1"/>
                </a:solidFill>
                <a:effectLst/>
                <a:uFillTx/>
                <a:latin typeface="Calibri"/>
              </a:rPr>
              <a:t>Troisième niveau de plan</a:t>
            </a:r>
            <a:endParaRPr b="0" lang="fr-FR"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fr-FR" sz="1800" strike="noStrike" u="none">
                <a:solidFill>
                  <a:schemeClr val="dk1"/>
                </a:solidFill>
                <a:effectLst/>
                <a:uFillTx/>
                <a:latin typeface="Calibri"/>
              </a:rPr>
              <a:t>Quatrième niveau de plan</a:t>
            </a:r>
            <a:endParaRPr b="0" lang="fr-FR"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fr-FR" sz="2000" strike="noStrike" u="none">
                <a:solidFill>
                  <a:schemeClr val="dk1"/>
                </a:solidFill>
                <a:effectLst/>
                <a:uFillTx/>
                <a:latin typeface="Calibri"/>
              </a:rPr>
              <a:t>Cinquième niveau de plan</a:t>
            </a:r>
            <a:endParaRPr b="0" lang="fr-FR"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fr-FR" sz="2000" strike="noStrike" u="none">
                <a:solidFill>
                  <a:schemeClr val="dk1"/>
                </a:solidFill>
                <a:effectLst/>
                <a:uFillTx/>
                <a:latin typeface="Calibri"/>
              </a:rPr>
              <a:t>Sixième niveau de plan</a:t>
            </a:r>
            <a:endParaRPr b="0" lang="fr-FR"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fr-FR" sz="2000" strike="noStrike" u="none">
                <a:solidFill>
                  <a:schemeClr val="dk1"/>
                </a:solidFill>
                <a:effectLst/>
                <a:uFillTx/>
                <a:latin typeface="Calibri"/>
              </a:rPr>
              <a:t>Septième niveau de plan</a:t>
            </a:r>
            <a:endParaRPr b="0" lang="fr-FR"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26520" cy="15944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fr-FR" sz="3200" strike="noStrike" u="none">
                <a:solidFill>
                  <a:schemeClr val="dk1"/>
                </a:solidFill>
                <a:effectLst/>
                <a:uFillTx/>
                <a:latin typeface="Calibri Light"/>
              </a:rPr>
              <a:t>Modifiez le style du titre</a:t>
            </a:r>
            <a:endParaRPr b="0" lang="fr-FR" sz="3200" strike="noStrike" u="none">
              <a:solidFill>
                <a:srgbClr val="000000"/>
              </a:solidFill>
              <a:effectLst/>
              <a:uFillTx/>
              <a:latin typeface="Arial"/>
            </a:endParaRPr>
          </a:p>
        </p:txBody>
      </p:sp>
      <p:sp>
        <p:nvSpPr>
          <p:cNvPr id="55" name="PlaceHolder 2"/>
          <p:cNvSpPr>
            <a:spLocks noGrp="1"/>
          </p:cNvSpPr>
          <p:nvPr>
            <p:ph type="body"/>
          </p:nvPr>
        </p:nvSpPr>
        <p:spPr>
          <a:xfrm>
            <a:off x="5183280" y="987480"/>
            <a:ext cx="6166440" cy="48679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fr-FR" sz="3200" strike="noStrike" u="none">
                <a:solidFill>
                  <a:schemeClr val="dk1"/>
                </a:solidFill>
                <a:effectLst/>
                <a:uFillTx/>
                <a:latin typeface="Calibri"/>
              </a:rPr>
              <a:t>Cliquez pour modifier les styles du texte du masque</a:t>
            </a:r>
            <a:endParaRPr b="0" lang="fr-FR" sz="32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fr-FR" sz="2800" strike="noStrike" u="none">
                <a:solidFill>
                  <a:schemeClr val="dk1"/>
                </a:solidFill>
                <a:effectLst/>
                <a:uFillTx/>
                <a:latin typeface="Calibri"/>
              </a:rPr>
              <a:t>Deuxième niveau</a:t>
            </a:r>
            <a:endParaRPr b="0" lang="fr-FR" sz="28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fr-FR" sz="2400" strike="noStrike" u="none">
                <a:solidFill>
                  <a:schemeClr val="dk1"/>
                </a:solidFill>
                <a:effectLst/>
                <a:uFillTx/>
                <a:latin typeface="Calibri"/>
              </a:rPr>
              <a:t>Troisième niveau</a:t>
            </a:r>
            <a:endParaRPr b="0" lang="fr-FR" sz="24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Quatrième niveau</a:t>
            </a:r>
            <a:endParaRPr b="0" lang="fr-FR" sz="20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fr-FR" sz="2000" strike="noStrike" u="none">
                <a:solidFill>
                  <a:schemeClr val="dk1"/>
                </a:solidFill>
                <a:effectLst/>
                <a:uFillTx/>
                <a:latin typeface="Calibri"/>
              </a:rPr>
              <a:t>Cinquième niveau</a:t>
            </a:r>
            <a:endParaRPr b="0" lang="fr-FR" sz="2000" strike="noStrike" u="none">
              <a:solidFill>
                <a:srgbClr val="000000"/>
              </a:solidFill>
              <a:effectLst/>
              <a:uFillTx/>
              <a:latin typeface="Arial"/>
            </a:endParaRPr>
          </a:p>
        </p:txBody>
      </p:sp>
      <p:sp>
        <p:nvSpPr>
          <p:cNvPr id="56" name="PlaceHolder 3"/>
          <p:cNvSpPr>
            <a:spLocks noGrp="1"/>
          </p:cNvSpPr>
          <p:nvPr>
            <p:ph type="body"/>
          </p:nvPr>
        </p:nvSpPr>
        <p:spPr>
          <a:xfrm>
            <a:off x="839880" y="2057400"/>
            <a:ext cx="3926520" cy="38059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fr-FR" sz="1600" strike="noStrike" u="none">
                <a:solidFill>
                  <a:schemeClr val="dk1"/>
                </a:solidFill>
                <a:effectLst/>
                <a:uFillTx/>
                <a:latin typeface="Calibri"/>
              </a:rPr>
              <a:t>Cliquez pour modifier les styles du texte du masque</a:t>
            </a:r>
            <a:endParaRPr b="0" lang="fr-FR" sz="1600" strike="noStrike" u="none">
              <a:solidFill>
                <a:srgbClr val="000000"/>
              </a:solidFill>
              <a:effectLst/>
              <a:uFillTx/>
              <a:latin typeface="Arial"/>
            </a:endParaRPr>
          </a:p>
        </p:txBody>
      </p:sp>
      <p:sp>
        <p:nvSpPr>
          <p:cNvPr id="57" name="PlaceHolder 4"/>
          <p:cNvSpPr>
            <a:spLocks noGrp="1"/>
          </p:cNvSpPr>
          <p:nvPr>
            <p:ph type="dt" idx="31"/>
          </p:nvPr>
        </p:nvSpPr>
        <p:spPr>
          <a:xfrm>
            <a:off x="838080" y="6356520"/>
            <a:ext cx="2737440" cy="3592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58" name="PlaceHolder 5"/>
          <p:cNvSpPr>
            <a:spLocks noGrp="1"/>
          </p:cNvSpPr>
          <p:nvPr>
            <p:ph type="ftr" idx="32"/>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000000"/>
                </a:solidFill>
                <a:effectLst/>
                <a:uFillTx/>
                <a:latin typeface="Times New Roman"/>
              </a:defRPr>
            </a:lvl1pPr>
          </a:lstStyle>
          <a:p>
            <a:pPr indent="0" algn="ctr">
              <a:lnSpc>
                <a:spcPct val="100000"/>
              </a:lnSpc>
              <a:buNone/>
              <a:tabLst>
                <a:tab algn="l" pos="0"/>
              </a:tabLst>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37440" cy="3592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E9E98D7B-42BD-44EA-A488-FA99EC6166B8}" type="slidenum">
              <a:rPr b="0" lang="fr-FR"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ZoneTexte 3"/>
          <p:cNvSpPr/>
          <p:nvPr/>
        </p:nvSpPr>
        <p:spPr>
          <a:xfrm>
            <a:off x="8143920" y="817920"/>
            <a:ext cx="3295440" cy="517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800" strike="noStrike" u="none">
                <a:solidFill>
                  <a:schemeClr val="dk1"/>
                </a:solidFill>
                <a:effectLst/>
                <a:uFillTx/>
                <a:latin typeface="Calibri"/>
              </a:rPr>
              <a:t>Sommaire</a:t>
            </a:r>
            <a:endParaRPr b="0" lang="fr-FR" sz="2800" strike="noStrike" u="none">
              <a:solidFill>
                <a:srgbClr val="000000"/>
              </a:solidFill>
              <a:effectLst/>
              <a:uFillTx/>
              <a:latin typeface="Arial"/>
            </a:endParaRPr>
          </a:p>
        </p:txBody>
      </p:sp>
      <p:sp>
        <p:nvSpPr>
          <p:cNvPr id="67" name="ZoneTexte 4"/>
          <p:cNvSpPr/>
          <p:nvPr/>
        </p:nvSpPr>
        <p:spPr>
          <a:xfrm>
            <a:off x="6818760" y="1969200"/>
            <a:ext cx="5215320" cy="374724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0" lang="fr-FR" sz="2000" strike="noStrike" u="none">
                <a:solidFill>
                  <a:schemeClr val="dk1"/>
                </a:solidFill>
                <a:effectLst/>
                <a:uFillTx/>
                <a:latin typeface="Calibri"/>
              </a:rPr>
              <a:t>Problème vs Solution</a:t>
            </a:r>
            <a:endParaRPr b="0" lang="fr-FR" sz="2000" strike="noStrike" u="none">
              <a:solidFill>
                <a:srgbClr val="000000"/>
              </a:solidFill>
              <a:effectLst/>
              <a:uFillTx/>
              <a:latin typeface="Arial"/>
            </a:endParaRPr>
          </a:p>
          <a:p>
            <a:pPr defTabSz="914400">
              <a:lnSpc>
                <a:spcPct val="150000"/>
              </a:lnSpc>
            </a:pPr>
            <a:r>
              <a:rPr b="0" lang="fr-FR" sz="2000" strike="noStrike" u="none">
                <a:solidFill>
                  <a:schemeClr val="dk1"/>
                </a:solidFill>
                <a:effectLst/>
                <a:uFillTx/>
                <a:latin typeface="Calibri"/>
              </a:rPr>
              <a:t>Vulgarisation</a:t>
            </a:r>
            <a:endParaRPr b="0" lang="fr-FR" sz="2000" strike="noStrike" u="none">
              <a:solidFill>
                <a:srgbClr val="000000"/>
              </a:solidFill>
              <a:effectLst/>
              <a:uFillTx/>
              <a:latin typeface="Arial"/>
            </a:endParaRPr>
          </a:p>
          <a:p>
            <a:pPr defTabSz="914400">
              <a:lnSpc>
                <a:spcPct val="150000"/>
              </a:lnSpc>
            </a:pPr>
            <a:r>
              <a:rPr b="0" lang="fr-FR" sz="2000" strike="noStrike" u="none">
                <a:solidFill>
                  <a:schemeClr val="dk1"/>
                </a:solidFill>
                <a:effectLst/>
                <a:uFillTx/>
                <a:latin typeface="Calibri"/>
              </a:rPr>
              <a:t>Adages du trading</a:t>
            </a:r>
            <a:endParaRPr b="0" lang="fr-FR" sz="2000" strike="noStrike" u="none">
              <a:solidFill>
                <a:srgbClr val="000000"/>
              </a:solidFill>
              <a:effectLst/>
              <a:uFillTx/>
              <a:latin typeface="Arial"/>
            </a:endParaRPr>
          </a:p>
          <a:p>
            <a:pPr defTabSz="914400">
              <a:lnSpc>
                <a:spcPct val="150000"/>
              </a:lnSpc>
            </a:pPr>
            <a:r>
              <a:rPr b="0" lang="fr-FR" sz="2000" strike="noStrike" u="none">
                <a:solidFill>
                  <a:schemeClr val="dk1"/>
                </a:solidFill>
                <a:effectLst/>
                <a:uFillTx/>
                <a:latin typeface="Calibri"/>
              </a:rPr>
              <a:t>Dilemme du Trader</a:t>
            </a:r>
            <a:endParaRPr b="0" lang="fr-FR" sz="2000" strike="noStrike" u="none">
              <a:solidFill>
                <a:srgbClr val="000000"/>
              </a:solidFill>
              <a:effectLst/>
              <a:uFillTx/>
              <a:latin typeface="Arial"/>
            </a:endParaRPr>
          </a:p>
          <a:p>
            <a:pPr defTabSz="914400">
              <a:lnSpc>
                <a:spcPct val="150000"/>
              </a:lnSpc>
            </a:pPr>
            <a:r>
              <a:rPr b="0" lang="fr-FR" sz="2000" strike="noStrike" u="none">
                <a:solidFill>
                  <a:schemeClr val="dk1"/>
                </a:solidFill>
                <a:effectLst/>
                <a:uFillTx/>
                <a:latin typeface="Calibri"/>
              </a:rPr>
              <a:t>Bataille des philosophies Crypto</a:t>
            </a:r>
            <a:endParaRPr b="0" lang="fr-FR" sz="2000" strike="noStrike" u="none">
              <a:solidFill>
                <a:srgbClr val="000000"/>
              </a:solidFill>
              <a:effectLst/>
              <a:uFillTx/>
              <a:latin typeface="Arial"/>
            </a:endParaRPr>
          </a:p>
          <a:p>
            <a:pPr defTabSz="914400">
              <a:lnSpc>
                <a:spcPct val="150000"/>
              </a:lnSpc>
            </a:pPr>
            <a:r>
              <a:rPr b="0" lang="fr-FR" sz="2000" strike="noStrike" u="none">
                <a:solidFill>
                  <a:schemeClr val="dk1"/>
                </a:solidFill>
                <a:effectLst/>
                <a:uFillTx/>
                <a:latin typeface="Calibri"/>
              </a:rPr>
              <a:t>Les Conseils de Grand-Mère du Trading</a:t>
            </a:r>
            <a:endParaRPr b="0" lang="fr-FR" sz="2000" strike="noStrike" u="none">
              <a:solidFill>
                <a:srgbClr val="000000"/>
              </a:solidFill>
              <a:effectLst/>
              <a:uFillTx/>
              <a:latin typeface="Arial"/>
            </a:endParaRPr>
          </a:p>
          <a:p>
            <a:pPr defTabSz="914400">
              <a:lnSpc>
                <a:spcPct val="150000"/>
              </a:lnSpc>
            </a:pPr>
            <a:r>
              <a:rPr b="0" lang="fr-FR" sz="2000" strike="noStrike" u="none">
                <a:solidFill>
                  <a:schemeClr val="dk1"/>
                </a:solidFill>
                <a:effectLst/>
                <a:uFillTx/>
                <a:latin typeface="Calibri"/>
              </a:rPr>
              <a:t>Apprendre</a:t>
            </a:r>
            <a:endParaRPr b="0" lang="fr-FR" sz="2000" strike="noStrike" u="none">
              <a:solidFill>
                <a:srgbClr val="000000"/>
              </a:solidFill>
              <a:effectLst/>
              <a:uFillTx/>
              <a:latin typeface="Arial"/>
            </a:endParaRPr>
          </a:p>
          <a:p>
            <a:pPr defTabSz="914400">
              <a:lnSpc>
                <a:spcPct val="150000"/>
              </a:lnSpc>
            </a:pPr>
            <a:r>
              <a:rPr b="0" lang="fr-FR" sz="2000" strike="noStrike" u="none">
                <a:solidFill>
                  <a:schemeClr val="dk1"/>
                </a:solidFill>
                <a:effectLst/>
                <a:uFillTx/>
                <a:latin typeface="Calibri"/>
              </a:rPr>
              <a:t>Call-to-Action</a:t>
            </a:r>
            <a:endParaRPr b="0" lang="fr-FR"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ZoneTexte 3"/>
          <p:cNvSpPr/>
          <p:nvPr/>
        </p:nvSpPr>
        <p:spPr>
          <a:xfrm>
            <a:off x="3796920" y="1019520"/>
            <a:ext cx="32954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Permissions</a:t>
            </a:r>
            <a:endParaRPr b="0" lang="fr-FR" sz="2000" strike="noStrike" u="none">
              <a:solidFill>
                <a:srgbClr val="000000"/>
              </a:solidFill>
              <a:effectLst/>
              <a:uFillTx/>
              <a:latin typeface="Arial"/>
            </a:endParaRPr>
          </a:p>
        </p:txBody>
      </p:sp>
      <p:pic>
        <p:nvPicPr>
          <p:cNvPr id="69" name="" descr=""/>
          <p:cNvPicPr/>
          <p:nvPr/>
        </p:nvPicPr>
        <p:blipFill>
          <a:blip r:embed="rId1"/>
          <a:stretch/>
        </p:blipFill>
        <p:spPr>
          <a:xfrm>
            <a:off x="2442240" y="1809000"/>
            <a:ext cx="5837400" cy="3770640"/>
          </a:xfrm>
          <a:prstGeom prst="rect">
            <a:avLst/>
          </a:prstGeom>
          <a:noFill/>
          <a:ln w="0">
            <a:noFill/>
          </a:ln>
        </p:spPr>
      </p:pic>
      <p:pic>
        <p:nvPicPr>
          <p:cNvPr id="70" name="" descr=""/>
          <p:cNvPicPr/>
          <p:nvPr/>
        </p:nvPicPr>
        <p:blipFill>
          <a:blip r:embed="rId2"/>
          <a:stretch/>
        </p:blipFill>
        <p:spPr>
          <a:xfrm>
            <a:off x="6300000" y="5871600"/>
            <a:ext cx="5561280" cy="6080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ZoneTexte 3"/>
          <p:cNvSpPr/>
          <p:nvPr/>
        </p:nvSpPr>
        <p:spPr>
          <a:xfrm>
            <a:off x="4445280" y="1007280"/>
            <a:ext cx="23216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Permissions</a:t>
            </a:r>
            <a:endParaRPr b="0" lang="fr-FR" sz="2000" strike="noStrike" u="none">
              <a:solidFill>
                <a:srgbClr val="000000"/>
              </a:solidFill>
              <a:effectLst/>
              <a:uFillTx/>
              <a:latin typeface="Arial"/>
            </a:endParaRPr>
          </a:p>
        </p:txBody>
      </p:sp>
      <p:pic>
        <p:nvPicPr>
          <p:cNvPr id="72" name="" descr=""/>
          <p:cNvPicPr/>
          <p:nvPr/>
        </p:nvPicPr>
        <p:blipFill>
          <a:blip r:embed="rId1"/>
          <a:stretch/>
        </p:blipFill>
        <p:spPr>
          <a:xfrm>
            <a:off x="869040" y="1620000"/>
            <a:ext cx="5789880" cy="2256120"/>
          </a:xfrm>
          <a:prstGeom prst="rect">
            <a:avLst/>
          </a:prstGeom>
          <a:noFill/>
          <a:ln w="0">
            <a:noFill/>
          </a:ln>
        </p:spPr>
      </p:pic>
      <p:pic>
        <p:nvPicPr>
          <p:cNvPr id="73" name="" descr=""/>
          <p:cNvPicPr/>
          <p:nvPr/>
        </p:nvPicPr>
        <p:blipFill>
          <a:blip r:embed="rId2"/>
          <a:stretch/>
        </p:blipFill>
        <p:spPr>
          <a:xfrm>
            <a:off x="4500000" y="4140000"/>
            <a:ext cx="5808960" cy="23608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ZoneTexte 1"/>
          <p:cNvSpPr/>
          <p:nvPr/>
        </p:nvSpPr>
        <p:spPr>
          <a:xfrm>
            <a:off x="4445280" y="1007280"/>
            <a:ext cx="23216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Permissions</a:t>
            </a:r>
            <a:endParaRPr b="0" lang="fr-FR" sz="2000" strike="noStrike" u="none">
              <a:solidFill>
                <a:srgbClr val="000000"/>
              </a:solidFill>
              <a:effectLst/>
              <a:uFillTx/>
              <a:latin typeface="Arial"/>
            </a:endParaRPr>
          </a:p>
        </p:txBody>
      </p:sp>
      <p:pic>
        <p:nvPicPr>
          <p:cNvPr id="75" name="" descr=""/>
          <p:cNvPicPr/>
          <p:nvPr/>
        </p:nvPicPr>
        <p:blipFill>
          <a:blip r:embed="rId1"/>
          <a:stretch/>
        </p:blipFill>
        <p:spPr>
          <a:xfrm>
            <a:off x="149040" y="1492560"/>
            <a:ext cx="5789880" cy="2646360"/>
          </a:xfrm>
          <a:prstGeom prst="rect">
            <a:avLst/>
          </a:prstGeom>
          <a:noFill/>
          <a:ln w="0">
            <a:noFill/>
          </a:ln>
        </p:spPr>
      </p:pic>
      <p:pic>
        <p:nvPicPr>
          <p:cNvPr id="76" name="" descr=""/>
          <p:cNvPicPr/>
          <p:nvPr/>
        </p:nvPicPr>
        <p:blipFill>
          <a:blip r:embed="rId2"/>
          <a:stretch/>
        </p:blipFill>
        <p:spPr>
          <a:xfrm>
            <a:off x="159480" y="4320000"/>
            <a:ext cx="5599440" cy="2494080"/>
          </a:xfrm>
          <a:prstGeom prst="rect">
            <a:avLst/>
          </a:prstGeom>
          <a:noFill/>
          <a:ln w="0">
            <a:noFill/>
          </a:ln>
        </p:spPr>
      </p:pic>
      <p:pic>
        <p:nvPicPr>
          <p:cNvPr id="77" name="" descr=""/>
          <p:cNvPicPr/>
          <p:nvPr/>
        </p:nvPicPr>
        <p:blipFill>
          <a:blip r:embed="rId3"/>
          <a:stretch/>
        </p:blipFill>
        <p:spPr>
          <a:xfrm>
            <a:off x="6478560" y="2700000"/>
            <a:ext cx="5580360" cy="40561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ZoneTexte 2"/>
          <p:cNvSpPr/>
          <p:nvPr/>
        </p:nvSpPr>
        <p:spPr>
          <a:xfrm>
            <a:off x="4445280" y="1007280"/>
            <a:ext cx="23216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Permissions</a:t>
            </a:r>
            <a:endParaRPr b="0" lang="fr-FR" sz="2000" strike="noStrike" u="none">
              <a:solidFill>
                <a:srgbClr val="000000"/>
              </a:solidFill>
              <a:effectLst/>
              <a:uFillTx/>
              <a:latin typeface="Arial"/>
            </a:endParaRPr>
          </a:p>
        </p:txBody>
      </p:sp>
      <p:pic>
        <p:nvPicPr>
          <p:cNvPr id="79" name="" descr=""/>
          <p:cNvPicPr/>
          <p:nvPr/>
        </p:nvPicPr>
        <p:blipFill>
          <a:blip r:embed="rId1"/>
          <a:stretch/>
        </p:blipFill>
        <p:spPr>
          <a:xfrm>
            <a:off x="282600" y="1440000"/>
            <a:ext cx="5656320" cy="951120"/>
          </a:xfrm>
          <a:prstGeom prst="rect">
            <a:avLst/>
          </a:prstGeom>
          <a:noFill/>
          <a:ln w="0">
            <a:noFill/>
          </a:ln>
        </p:spPr>
      </p:pic>
      <p:pic>
        <p:nvPicPr>
          <p:cNvPr id="80" name="" descr=""/>
          <p:cNvPicPr/>
          <p:nvPr/>
        </p:nvPicPr>
        <p:blipFill>
          <a:blip r:embed="rId2"/>
          <a:stretch/>
        </p:blipFill>
        <p:spPr>
          <a:xfrm>
            <a:off x="180000" y="2520000"/>
            <a:ext cx="5913720" cy="2627640"/>
          </a:xfrm>
          <a:prstGeom prst="rect">
            <a:avLst/>
          </a:prstGeom>
          <a:noFill/>
          <a:ln w="0">
            <a:noFill/>
          </a:ln>
        </p:spPr>
      </p:pic>
      <p:pic>
        <p:nvPicPr>
          <p:cNvPr id="81" name="" descr=""/>
          <p:cNvPicPr/>
          <p:nvPr/>
        </p:nvPicPr>
        <p:blipFill>
          <a:blip r:embed="rId3"/>
          <a:stretch/>
        </p:blipFill>
        <p:spPr>
          <a:xfrm>
            <a:off x="6120000" y="1469520"/>
            <a:ext cx="5789880" cy="3389400"/>
          </a:xfrm>
          <a:prstGeom prst="rect">
            <a:avLst/>
          </a:prstGeom>
          <a:noFill/>
          <a:ln w="0">
            <a:noFill/>
          </a:ln>
        </p:spPr>
      </p:pic>
      <p:pic>
        <p:nvPicPr>
          <p:cNvPr id="82" name="" descr=""/>
          <p:cNvPicPr/>
          <p:nvPr/>
        </p:nvPicPr>
        <p:blipFill>
          <a:blip r:embed="rId4"/>
          <a:stretch/>
        </p:blipFill>
        <p:spPr>
          <a:xfrm>
            <a:off x="6300000" y="5012640"/>
            <a:ext cx="5237280" cy="16462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ZoneTexte 7"/>
          <p:cNvSpPr/>
          <p:nvPr/>
        </p:nvSpPr>
        <p:spPr>
          <a:xfrm>
            <a:off x="4445280" y="1007280"/>
            <a:ext cx="23216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Permissions</a:t>
            </a:r>
            <a:endParaRPr b="0" lang="fr-FR" sz="2000" strike="noStrike" u="none">
              <a:solidFill>
                <a:srgbClr val="000000"/>
              </a:solidFill>
              <a:effectLst/>
              <a:uFillTx/>
              <a:latin typeface="Arial"/>
            </a:endParaRPr>
          </a:p>
        </p:txBody>
      </p:sp>
      <p:pic>
        <p:nvPicPr>
          <p:cNvPr id="84" name="" descr=""/>
          <p:cNvPicPr/>
          <p:nvPr/>
        </p:nvPicPr>
        <p:blipFill>
          <a:blip r:embed="rId1"/>
          <a:stretch/>
        </p:blipFill>
        <p:spPr>
          <a:xfrm>
            <a:off x="3295800" y="1463760"/>
            <a:ext cx="5523120" cy="447516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ZoneTexte 6"/>
          <p:cNvSpPr/>
          <p:nvPr/>
        </p:nvSpPr>
        <p:spPr>
          <a:xfrm>
            <a:off x="4445280" y="1007280"/>
            <a:ext cx="23216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Permissions</a:t>
            </a:r>
            <a:endParaRPr b="0" lang="fr-FR" sz="2000" strike="noStrike" u="none">
              <a:solidFill>
                <a:srgbClr val="000000"/>
              </a:solidFill>
              <a:effectLst/>
              <a:uFillTx/>
              <a:latin typeface="Arial"/>
            </a:endParaRPr>
          </a:p>
        </p:txBody>
      </p:sp>
      <p:pic>
        <p:nvPicPr>
          <p:cNvPr id="86" name="" descr=""/>
          <p:cNvPicPr/>
          <p:nvPr/>
        </p:nvPicPr>
        <p:blipFill>
          <a:blip r:embed="rId1"/>
          <a:stretch/>
        </p:blipFill>
        <p:spPr>
          <a:xfrm>
            <a:off x="1049040" y="1492560"/>
            <a:ext cx="5789880" cy="2646360"/>
          </a:xfrm>
          <a:prstGeom prst="rect">
            <a:avLst/>
          </a:prstGeom>
          <a:noFill/>
          <a:ln w="0">
            <a:noFill/>
          </a:ln>
        </p:spPr>
      </p:pic>
      <p:pic>
        <p:nvPicPr>
          <p:cNvPr id="87" name="" descr=""/>
          <p:cNvPicPr/>
          <p:nvPr/>
        </p:nvPicPr>
        <p:blipFill>
          <a:blip r:embed="rId2"/>
          <a:stretch/>
        </p:blipFill>
        <p:spPr>
          <a:xfrm>
            <a:off x="5940000" y="4164840"/>
            <a:ext cx="5599440" cy="24940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ZoneTexte 8"/>
          <p:cNvSpPr/>
          <p:nvPr/>
        </p:nvSpPr>
        <p:spPr>
          <a:xfrm>
            <a:off x="4445280" y="1007280"/>
            <a:ext cx="23216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Limites</a:t>
            </a:r>
            <a:endParaRPr b="0" lang="fr-FR" sz="2000" strike="noStrike" u="none">
              <a:solidFill>
                <a:srgbClr val="000000"/>
              </a:solidFill>
              <a:effectLst/>
              <a:uFillTx/>
              <a:latin typeface="Arial"/>
            </a:endParaRPr>
          </a:p>
        </p:txBody>
      </p:sp>
      <p:sp>
        <p:nvSpPr>
          <p:cNvPr id="89" name=""/>
          <p:cNvSpPr/>
          <p:nvPr/>
        </p:nvSpPr>
        <p:spPr>
          <a:xfrm>
            <a:off x="2160000" y="1465920"/>
            <a:ext cx="7019640" cy="11869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fr-FR" sz="1200" strike="noStrike" u="none">
                <a:solidFill>
                  <a:srgbClr val="000000"/>
                </a:solidFill>
                <a:effectLst/>
                <a:uFillTx/>
                <a:latin typeface="Arial"/>
              </a:rPr>
              <a:t>Post-mortem de l'incident SSH : le refus venait bien de vous, mais le sous-agent avait proposé la commande en dépassant son périmètre lecture-seule — leçon actée pour instruire explicitement "jamais de commande réseau/SSH" dans tout futur prompt de délégation</a:t>
            </a:r>
            <a:endParaRPr b="0" lang="fr-FR" sz="1200" strike="noStrike" u="none">
              <a:solidFill>
                <a:srgbClr val="000000"/>
              </a:solidFill>
              <a:effectLst/>
              <a:uFillTx/>
              <a:latin typeface="Arial"/>
            </a:endParaRPr>
          </a:p>
          <a:p>
            <a:pPr algn="just">
              <a:lnSpc>
                <a:spcPct val="100000"/>
              </a:lnSpc>
            </a:pPr>
            <a:r>
              <a:rPr b="0" lang="fr-FR" sz="1200" strike="noStrike" u="none">
                <a:solidFill>
                  <a:srgbClr val="000000"/>
                </a:solidFill>
                <a:effectLst/>
                <a:uFillTx/>
                <a:latin typeface="Arial"/>
              </a:rPr>
              <a:t>Règle de permission globale concrète (~/.claude/settings.json deny ssh/scp/sshpass) documentée avec sa limite connue (contournement indirect non couvert)</a:t>
            </a:r>
            <a:endParaRPr b="0" lang="fr-FR" sz="1200" strike="noStrike" u="none">
              <a:solidFill>
                <a:srgbClr val="000000"/>
              </a:solidFill>
              <a:effectLst/>
              <a:uFillTx/>
              <a:latin typeface="Arial"/>
            </a:endParaRPr>
          </a:p>
          <a:p>
            <a:pPr algn="just">
              <a:lnSpc>
                <a:spcPct val="100000"/>
              </a:lnSpc>
            </a:pPr>
            <a:endParaRPr b="0" lang="fr-FR" sz="1200" strike="noStrike" u="none">
              <a:solidFill>
                <a:srgbClr val="000000"/>
              </a:solidFill>
              <a:effectLst/>
              <a:uFillTx/>
              <a:latin typeface="Arial"/>
            </a:endParaRPr>
          </a:p>
        </p:txBody>
      </p:sp>
      <p:sp>
        <p:nvSpPr>
          <p:cNvPr id="90" name=""/>
          <p:cNvSpPr/>
          <p:nvPr/>
        </p:nvSpPr>
        <p:spPr>
          <a:xfrm>
            <a:off x="2520000" y="2556000"/>
            <a:ext cx="5033520" cy="359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fr-FR" sz="1200" strike="noStrike" u="none">
                <a:solidFill>
                  <a:srgbClr val="000000"/>
                </a:solidFill>
                <a:effectLst/>
                <a:uFillTx/>
                <a:latin typeface="Arial"/>
              </a:rPr>
              <a:t>il faut distinguer trois niveaux, et le troisième a un vrai angle mort.</a:t>
            </a:r>
            <a:endParaRPr b="0" lang="fr-FR" sz="1200" strike="noStrike" u="none">
              <a:solidFill>
                <a:srgbClr val="000000"/>
              </a:solidFill>
              <a:effectLst/>
              <a:uFillTx/>
              <a:latin typeface="Arial"/>
            </a:endParaRPr>
          </a:p>
        </p:txBody>
      </p:sp>
      <p:sp>
        <p:nvSpPr>
          <p:cNvPr id="91" name=""/>
          <p:cNvSpPr/>
          <p:nvPr/>
        </p:nvSpPr>
        <p:spPr>
          <a:xfrm>
            <a:off x="131040" y="4140000"/>
            <a:ext cx="5654880" cy="17373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b="0" lang="fr-FR" sz="1100" strike="noStrike" u="none">
                <a:solidFill>
                  <a:srgbClr val="000000"/>
                </a:solidFill>
                <a:effectLst/>
                <a:uFillTx/>
                <a:latin typeface="Arial"/>
              </a:rPr>
              <a:t>2. Ce que je contrôle réellement — le choix du type d'agent et le prompt</a:t>
            </a:r>
            <a:endParaRPr b="0" lang="fr-FR" sz="1100" strike="noStrike" u="none">
              <a:solidFill>
                <a:srgbClr val="000000"/>
              </a:solidFill>
              <a:effectLst/>
              <a:uFillTx/>
              <a:latin typeface="Arial"/>
            </a:endParaRPr>
          </a:p>
          <a:p>
            <a:pPr algn="just">
              <a:lnSpc>
                <a:spcPct val="100000"/>
              </a:lnSpc>
              <a:spcBef>
                <a:spcPts val="1191"/>
              </a:spcBef>
              <a:spcAft>
                <a:spcPts val="992"/>
              </a:spcAft>
            </a:pPr>
            <a:r>
              <a:rPr b="0" lang="fr-FR" sz="1100" strike="noStrike" u="none">
                <a:solidFill>
                  <a:srgbClr val="000000"/>
                </a:solidFill>
                <a:effectLst/>
                <a:uFillTx/>
                <a:latin typeface="Arial"/>
              </a:rPr>
              <a:t>Le type d'agent a un vrai périmètre technique, pas juste déclaratif : Explore n'a par exemple jamais accès à Edit/Write/Agent (il ne peut pas modifier de fichiers ni spawn d'autres agents) — mais il garde Bash, donc rien ne l'empêchait TECHNIQUEMENT de proposer un ssh, seule la couche de permissions pouvait l'arrêter. "Recherche en lecture seule" dans mon prompt était une consigne en langage naturel, pas une restriction d'outil — c'est exactement la faille révélée par l'incident.</a:t>
            </a:r>
            <a:endParaRPr b="0" lang="fr-FR" sz="1100" strike="noStrike" u="none">
              <a:solidFill>
                <a:srgbClr val="000000"/>
              </a:solidFill>
              <a:effectLst/>
              <a:uFillTx/>
              <a:latin typeface="Arial"/>
            </a:endParaRPr>
          </a:p>
          <a:p>
            <a:pPr algn="just">
              <a:lnSpc>
                <a:spcPct val="100000"/>
              </a:lnSpc>
              <a:spcBef>
                <a:spcPts val="1191"/>
              </a:spcBef>
              <a:spcAft>
                <a:spcPts val="992"/>
              </a:spcAft>
            </a:pPr>
            <a:endParaRPr b="0" lang="fr-FR" sz="1100" strike="noStrike" u="none">
              <a:solidFill>
                <a:srgbClr val="000000"/>
              </a:solidFill>
              <a:effectLst/>
              <a:uFillTx/>
              <a:latin typeface="Arial"/>
            </a:endParaRPr>
          </a:p>
        </p:txBody>
      </p:sp>
      <p:sp>
        <p:nvSpPr>
          <p:cNvPr id="92" name=""/>
          <p:cNvSpPr/>
          <p:nvPr/>
        </p:nvSpPr>
        <p:spPr>
          <a:xfrm>
            <a:off x="5786280" y="3312000"/>
            <a:ext cx="6453360" cy="17668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b="0" lang="fr-FR" sz="1100" strike="noStrike" u="none">
                <a:solidFill>
                  <a:srgbClr val="000000"/>
                </a:solidFill>
                <a:effectLst/>
                <a:uFillTx/>
                <a:latin typeface="Arial"/>
              </a:rPr>
              <a:t>3. La vraie limite — je ne vérifie pas systématiquement ce qu'un sous-agent me rapporte</a:t>
            </a:r>
            <a:endParaRPr b="0" lang="fr-FR" sz="1100" strike="noStrike" u="none">
              <a:solidFill>
                <a:srgbClr val="000000"/>
              </a:solidFill>
              <a:effectLst/>
              <a:uFillTx/>
              <a:latin typeface="Arial"/>
            </a:endParaRPr>
          </a:p>
          <a:p>
            <a:pPr algn="just">
              <a:lnSpc>
                <a:spcPct val="100000"/>
              </a:lnSpc>
              <a:spcBef>
                <a:spcPts val="1191"/>
              </a:spcBef>
              <a:spcAft>
                <a:spcPts val="992"/>
              </a:spcAft>
            </a:pPr>
            <a:r>
              <a:rPr b="0" lang="fr-FR" sz="1100" strike="noStrike" u="none">
                <a:solidFill>
                  <a:srgbClr val="000000"/>
                </a:solidFill>
                <a:effectLst/>
                <a:uFillTx/>
                <a:latin typeface="Arial"/>
              </a:rPr>
              <a:t>Le rapport final d'un sous-agent est un résumé qu'il rédige lui-même — je n'ai par défaut aucune vérification automatique que ce résumé correspond fidèlement à ce qu'il a réellement fait. Dans cet incident précis, je n'ai découvert la vraie nature du problème (un appel Bash proposé, pas juste "un contenu suspect apparu") qu'en allant relire directement la transcription brute à votre demande — un geste manuel, ponctuel, pas un contrôle systématique. La bonne pratique (documentée dans mes propres instructions sur l'outil Agent : "Trust but verify") est de recouper les affirmations d'un sous-agent contre le code/les fichiers réels avant de les répéter comme des faits — ce que je fais au cas par cas, pas par un mécanisme automatique à chaque retour de sous-agent.</a:t>
            </a:r>
            <a:endParaRPr b="0" lang="fr-FR" sz="1100" strike="noStrike" u="none">
              <a:solidFill>
                <a:srgbClr val="000000"/>
              </a:solidFill>
              <a:effectLst/>
              <a:uFillTx/>
              <a:latin typeface="Arial"/>
            </a:endParaRPr>
          </a:p>
        </p:txBody>
      </p:sp>
      <p:sp>
        <p:nvSpPr>
          <p:cNvPr id="93" name=""/>
          <p:cNvSpPr/>
          <p:nvPr/>
        </p:nvSpPr>
        <p:spPr>
          <a:xfrm>
            <a:off x="114120" y="2935440"/>
            <a:ext cx="5033520" cy="11786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b="0" lang="fr-FR" sz="1100" strike="noStrike" u="none">
                <a:solidFill>
                  <a:srgbClr val="000000"/>
                </a:solidFill>
                <a:effectLst/>
                <a:uFillTx/>
                <a:latin typeface="Arial"/>
              </a:rPr>
              <a:t>1. Ce qui bloque réellement l'exécution — pas moi, la couche de permissions. Un sous-agent partage exactement le même moteur de permissions que moi : : chaque appel d'outil (Bash, Edit, etc.) passe par les règles allow/deny/ask de settings.json, indépendamment de qui l'a proposé. C'est ce qui a intercepté la commande SSH — pas une vigilance de ma part, Je ne "surveille" pas les appels d'outils d'un sous-agent en temps réel pendant qu'il tourne — je ne vois rien tant qu'il n'a pas terminé (ou notifié).</a:t>
            </a:r>
            <a:endParaRPr b="0" lang="fr-FR" sz="1100" strike="noStrike" u="none">
              <a:solidFill>
                <a:srgbClr val="000000"/>
              </a:solidFill>
              <a:effectLst/>
              <a:uFillTx/>
              <a:latin typeface="Arial"/>
            </a:endParaRPr>
          </a:p>
        </p:txBody>
      </p:sp>
      <p:sp>
        <p:nvSpPr>
          <p:cNvPr id="94" name=""/>
          <p:cNvSpPr/>
          <p:nvPr/>
        </p:nvSpPr>
        <p:spPr>
          <a:xfrm>
            <a:off x="2700000" y="5892120"/>
            <a:ext cx="6119640" cy="11138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b="0" lang="fr-FR" sz="1200" strike="noStrike" u="none">
                <a:solidFill>
                  <a:srgbClr val="000000"/>
                </a:solidFill>
                <a:effectLst/>
                <a:uFillTx/>
                <a:latin typeface="Arial"/>
              </a:rPr>
              <a:t>En résumé : le filet de sécurité qui a réellement fonctionné ici, c'est la couche de permissions (indépendante de mon jugement) — pas ma supervision. Ce que j'ai ajouté depuis (règle deny globale + consigne de prompt plus stricte) ferme le trou spécifique de cet incident, mais la vérification post-hoc des rapports de sous-agents reste manuelle et sélective, pas garantie à 100%</a:t>
            </a:r>
            <a:endParaRPr b="0" lang="fr-FR"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ZoneTexte 5"/>
          <p:cNvSpPr/>
          <p:nvPr/>
        </p:nvSpPr>
        <p:spPr>
          <a:xfrm>
            <a:off x="3960000" y="1007280"/>
            <a:ext cx="2880000" cy="395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000" strike="noStrike" u="none">
                <a:solidFill>
                  <a:schemeClr val="dk1"/>
                </a:solidFill>
                <a:effectLst/>
                <a:uFillTx/>
                <a:latin typeface="Calibri"/>
              </a:rPr>
              <a:t>Logique de décision</a:t>
            </a:r>
            <a:endParaRPr b="0" lang="fr-FR" sz="2000" strike="noStrike" u="none">
              <a:solidFill>
                <a:srgbClr val="000000"/>
              </a:solidFill>
              <a:effectLst/>
              <a:uFillTx/>
              <a:latin typeface="Arial"/>
            </a:endParaRPr>
          </a:p>
        </p:txBody>
      </p:sp>
      <p:sp>
        <p:nvSpPr>
          <p:cNvPr id="96" name=""/>
          <p:cNvSpPr/>
          <p:nvPr/>
        </p:nvSpPr>
        <p:spPr>
          <a:xfrm>
            <a:off x="2160000" y="4935240"/>
            <a:ext cx="7740000" cy="6390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b="0" lang="fr-FR" sz="1200" strike="noStrike" u="none">
                <a:solidFill>
                  <a:srgbClr val="000000"/>
                </a:solidFill>
                <a:effectLst/>
                <a:uFillTx/>
                <a:latin typeface="Arial"/>
              </a:rPr>
              <a:t>Ce moteur de permissions s'applique de façon identique à moi et à un sous-agent — un appel d'outil d'un sous-agent Explore passe par les mêmes règles settings.json que les miens, dans la même session. C'est pour ça qu'ajouter la règle deny globale ferme le trou pour toute future tentative, peu importe quel agent la propose.</a:t>
            </a:r>
            <a:endParaRPr b="0" lang="fr-FR" sz="1200" strike="noStrike" u="none">
              <a:solidFill>
                <a:srgbClr val="000000"/>
              </a:solidFill>
              <a:effectLst/>
              <a:uFillTx/>
              <a:latin typeface="Arial"/>
            </a:endParaRPr>
          </a:p>
        </p:txBody>
      </p:sp>
      <p:sp>
        <p:nvSpPr>
          <p:cNvPr id="97" name=""/>
          <p:cNvSpPr txBox="1"/>
          <p:nvPr/>
        </p:nvSpPr>
        <p:spPr>
          <a:xfrm>
            <a:off x="180000" y="1620000"/>
            <a:ext cx="4680000" cy="602280"/>
          </a:xfrm>
          <a:prstGeom prst="rect">
            <a:avLst/>
          </a:prstGeom>
          <a:noFill/>
          <a:ln w="0">
            <a:noFill/>
          </a:ln>
        </p:spPr>
        <p:txBody>
          <a:bodyPr lIns="90000" rIns="90000" tIns="45000" bIns="45000" anchor="t">
            <a:spAutoFit/>
          </a:bodyPr>
          <a:p>
            <a:r>
              <a:rPr b="0" lang="fr-FR" sz="1200" strike="noStrike" u="none">
                <a:solidFill>
                  <a:srgbClr val="000000"/>
                </a:solidFill>
                <a:effectLst/>
                <a:uFillTx/>
                <a:latin typeface="Arial"/>
              </a:rPr>
              <a:t>La logique de décision, elle, vient de la configuration settings.json — exactement ce que l’agent a </a:t>
            </a:r>
            <a:r>
              <a:rPr b="0" lang="fr-FR" sz="1200" strike="noStrike" u="none">
                <a:solidFill>
                  <a:srgbClr val="000000"/>
                </a:solidFill>
                <a:effectLst/>
                <a:uFillTx/>
                <a:latin typeface="Arial"/>
              </a:rPr>
              <a:t>édité tout à l'heure :</a:t>
            </a:r>
            <a:endParaRPr b="0" lang="fr-FR" sz="1200" strike="noStrike" u="none">
              <a:solidFill>
                <a:srgbClr val="000000"/>
              </a:solidFill>
              <a:effectLst/>
              <a:uFillTx/>
              <a:latin typeface="Arial"/>
            </a:endParaRPr>
          </a:p>
        </p:txBody>
      </p:sp>
      <p:sp>
        <p:nvSpPr>
          <p:cNvPr id="98" name=""/>
          <p:cNvSpPr txBox="1"/>
          <p:nvPr/>
        </p:nvSpPr>
        <p:spPr>
          <a:xfrm>
            <a:off x="3404880" y="2160000"/>
            <a:ext cx="7395120" cy="2135880"/>
          </a:xfrm>
          <a:prstGeom prst="rect">
            <a:avLst/>
          </a:prstGeom>
          <a:noFill/>
          <a:ln w="0">
            <a:noFill/>
          </a:ln>
        </p:spPr>
        <p:txBody>
          <a:bodyPr lIns="90000" rIns="90000" tIns="45000" bIns="45000" anchor="t">
            <a:spAutoFit/>
          </a:bodyPr>
          <a:p>
            <a:pPr algn="just">
              <a:spcBef>
                <a:spcPts val="1191"/>
              </a:spcBef>
              <a:spcAft>
                <a:spcPts val="992"/>
              </a:spcAft>
            </a:pPr>
            <a:r>
              <a:rPr b="0" lang="fr-FR" sz="1200" strike="noStrike" u="none">
                <a:solidFill>
                  <a:srgbClr val="000000"/>
                </a:solidFill>
                <a:effectLst/>
                <a:uFillTx/>
                <a:latin typeface="Arial"/>
              </a:rPr>
              <a:t>1. Si la commande matche une règle allow → exécutée directement, aucun </a:t>
            </a:r>
            <a:r>
              <a:rPr b="0" lang="fr-FR" sz="1200" strike="noStrike" u="none">
                <a:solidFill>
                  <a:srgbClr val="000000"/>
                </a:solidFill>
                <a:effectLst/>
                <a:uFillTx/>
                <a:latin typeface="Arial"/>
              </a:rPr>
              <a:t>prompt.</a:t>
            </a:r>
            <a:endParaRPr b="0" lang="fr-FR" sz="1200" strike="noStrike" u="none">
              <a:solidFill>
                <a:srgbClr val="000000"/>
              </a:solidFill>
              <a:effectLst/>
              <a:uFillTx/>
              <a:latin typeface="Arial"/>
            </a:endParaRPr>
          </a:p>
          <a:p>
            <a:pPr algn="just">
              <a:spcBef>
                <a:spcPts val="1191"/>
              </a:spcBef>
              <a:spcAft>
                <a:spcPts val="992"/>
              </a:spcAft>
            </a:pPr>
            <a:r>
              <a:rPr b="0" lang="fr-FR" sz="1200" strike="noStrike" u="none">
                <a:solidFill>
                  <a:srgbClr val="000000"/>
                </a:solidFill>
                <a:effectLst/>
                <a:uFillTx/>
                <a:latin typeface="Arial"/>
              </a:rPr>
              <a:t>2. Si elle matche une règle deny → bloquée directement, aucun prompt, aucune </a:t>
            </a:r>
            <a:r>
              <a:rPr b="0" lang="fr-FR" sz="1200" strike="noStrike" u="none">
                <a:solidFill>
                  <a:srgbClr val="000000"/>
                </a:solidFill>
                <a:effectLst/>
                <a:uFillTx/>
                <a:latin typeface="Arial"/>
              </a:rPr>
              <a:t>exécution (c'est le cas maintenant pour ssh/scp/rsync/aws).</a:t>
            </a:r>
            <a:endParaRPr b="0" lang="fr-FR" sz="1200" strike="noStrike" u="none">
              <a:solidFill>
                <a:srgbClr val="000000"/>
              </a:solidFill>
              <a:effectLst/>
              <a:uFillTx/>
              <a:latin typeface="Arial"/>
            </a:endParaRPr>
          </a:p>
          <a:p>
            <a:pPr algn="just">
              <a:spcBef>
                <a:spcPts val="1191"/>
              </a:spcBef>
              <a:spcAft>
                <a:spcPts val="992"/>
              </a:spcAft>
            </a:pPr>
            <a:r>
              <a:rPr b="0" lang="fr-FR" sz="1200" strike="noStrike" u="none">
                <a:solidFill>
                  <a:srgbClr val="000000"/>
                </a:solidFill>
                <a:effectLst/>
                <a:uFillTx/>
                <a:latin typeface="Arial"/>
              </a:rPr>
              <a:t>3. Si elle ne matche ni l'un ni l'autre → comportement par défaut </a:t>
            </a:r>
            <a:r>
              <a:rPr b="0" lang="fr-FR" sz="1200" strike="noStrike" u="none">
                <a:solidFill>
                  <a:srgbClr val="000000"/>
                </a:solidFill>
                <a:effectLst/>
                <a:uFillTx/>
                <a:latin typeface="Arial"/>
              </a:rPr>
              <a:t>(permissions.defaultMode, en général "demander à l'utilisateur") : c'est </a:t>
            </a:r>
            <a:r>
              <a:rPr b="0" lang="fr-FR" sz="1200" strike="noStrike" u="none">
                <a:solidFill>
                  <a:srgbClr val="000000"/>
                </a:solidFill>
                <a:effectLst/>
                <a:uFillTx/>
                <a:latin typeface="Arial"/>
              </a:rPr>
              <a:t>exactement ce qui s'est passé avec la commande SSH litigieuse — elle n'était </a:t>
            </a:r>
            <a:r>
              <a:rPr b="0" lang="fr-FR" sz="1200" strike="noStrike" u="none">
                <a:solidFill>
                  <a:srgbClr val="000000"/>
                </a:solidFill>
                <a:effectLst/>
                <a:uFillTx/>
                <a:latin typeface="Arial"/>
              </a:rPr>
              <a:t>pré-autorisée ni pré-interdite, donc l'extension a affiché la fenêtre, et vous avez </a:t>
            </a:r>
            <a:r>
              <a:rPr b="0" lang="fr-FR" sz="1200" strike="noStrike" u="none">
                <a:solidFill>
                  <a:srgbClr val="000000"/>
                </a:solidFill>
                <a:effectLst/>
                <a:uFillTx/>
                <a:latin typeface="Arial"/>
              </a:rPr>
              <a:t>cliqué Refuser en tapant votre justification dans le champ prévu</a:t>
            </a:r>
            <a:endParaRPr b="0" lang="fr-FR" sz="1200" strike="noStrike" u="none">
              <a:solidFill>
                <a:srgbClr val="000000"/>
              </a:solidFill>
              <a:effectLst/>
              <a:uFillTx/>
              <a:latin typeface="Arial"/>
            </a:endParaRPr>
          </a:p>
          <a:p>
            <a:pPr algn="just">
              <a:spcBef>
                <a:spcPts val="1191"/>
              </a:spcBef>
              <a:spcAft>
                <a:spcPts val="992"/>
              </a:spcAft>
            </a:pPr>
            <a:endParaRPr b="0" lang="fr-FR"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205</TotalTime>
  <Application>LibreOffice/25.2.3.2$Linux_X86_64 LibreOffice_project/520$Build-2</Application>
  <AppVersion>15.0000</AppVersion>
  <Words>880</Words>
  <Paragraphs>130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2025-08-16T10:05:31Z</dcterms:created>
  <dc:creator>Merlin</dc:creator>
  <dc:description/>
  <dc:language>fr-FR</dc:language>
  <cp:lastModifiedBy/>
  <dcterms:modified xsi:type="dcterms:W3CDTF">2026-07-17T17:15:59Z</dcterms:modified>
  <cp:revision>164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Grand écran</vt:lpwstr>
  </property>
  <property fmtid="{D5CDD505-2E9C-101B-9397-08002B2CF9AE}" pid="4" name="Slides">
    <vt:i4>12</vt:i4>
  </property>
</Properties>
</file>